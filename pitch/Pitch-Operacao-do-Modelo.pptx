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9B8263-CB2D-44A6-8D42-0361DD3C5792}" type="doc">
      <dgm:prSet loTypeId="urn:microsoft.com/office/officeart/2005/8/layout/hChevron3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D67E0DD-3977-4396-A830-6BA37149CB6D}">
      <dgm:prSet/>
      <dgm:spPr/>
      <dgm:t>
        <a:bodyPr/>
        <a:lstStyle/>
        <a:p>
          <a:r>
            <a:rPr lang="en-US" b="1"/>
            <a:t>Por que mudamos</a:t>
          </a:r>
          <a:endParaRPr lang="en-US"/>
        </a:p>
      </dgm:t>
    </dgm:pt>
    <dgm:pt modelId="{130D0428-22AC-41B0-98D7-D879F9A894AC}" type="parTrans" cxnId="{9657709E-9A60-4893-AC74-E2CEAD48AF61}">
      <dgm:prSet/>
      <dgm:spPr/>
      <dgm:t>
        <a:bodyPr/>
        <a:lstStyle/>
        <a:p>
          <a:endParaRPr lang="en-US"/>
        </a:p>
      </dgm:t>
    </dgm:pt>
    <dgm:pt modelId="{86A40AEA-9D7B-4DCB-8F5C-D0E4DCA03657}" type="sibTrans" cxnId="{9657709E-9A60-4893-AC74-E2CEAD48AF61}">
      <dgm:prSet/>
      <dgm:spPr/>
      <dgm:t>
        <a:bodyPr/>
        <a:lstStyle/>
        <a:p>
          <a:endParaRPr lang="en-US"/>
        </a:p>
      </dgm:t>
    </dgm:pt>
    <dgm:pt modelId="{4C1731EA-2F29-4804-81B0-3091F15BFF7B}">
      <dgm:prSet/>
      <dgm:spPr/>
      <dgm:t>
        <a:bodyPr/>
        <a:lstStyle/>
        <a:p>
          <a:r>
            <a:rPr lang="en-US" dirty="0"/>
            <a:t>- Como o </a:t>
          </a:r>
          <a:r>
            <a:rPr lang="en-US" dirty="0" err="1"/>
            <a:t>modelo</a:t>
          </a:r>
          <a:r>
            <a:rPr lang="en-US" dirty="0"/>
            <a:t> </a:t>
          </a:r>
          <a:r>
            <a:rPr lang="en-US" dirty="0" err="1"/>
            <a:t>funciona</a:t>
          </a:r>
          <a:endParaRPr lang="en-US" dirty="0"/>
        </a:p>
        <a:p>
          <a:r>
            <a:rPr lang="en-US" dirty="0"/>
            <a:t>- Quem </a:t>
          </a:r>
          <a:r>
            <a:rPr lang="en-US" dirty="0" err="1"/>
            <a:t>faz</a:t>
          </a:r>
          <a:r>
            <a:rPr lang="en-US" dirty="0"/>
            <a:t> o </a:t>
          </a:r>
          <a:r>
            <a:rPr lang="en-US" dirty="0" err="1"/>
            <a:t>quê</a:t>
          </a:r>
          <a:endParaRPr lang="en-US" dirty="0"/>
        </a:p>
        <a:p>
          <a:r>
            <a:rPr lang="en-US" dirty="0"/>
            <a:t>- E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que</a:t>
          </a:r>
          <a:r>
            <a:rPr lang="en-US" dirty="0"/>
            <a:t> </a:t>
          </a:r>
          <a:r>
            <a:rPr lang="en-US" dirty="0" err="1"/>
            <a:t>ordem</a:t>
          </a:r>
          <a:endParaRPr lang="en-US" dirty="0"/>
        </a:p>
      </dgm:t>
    </dgm:pt>
    <dgm:pt modelId="{CD8069C6-0AAC-4ABD-9EA4-84CC713C581A}" type="parTrans" cxnId="{C72C6712-88F2-4F56-A34C-94B7F0D45513}">
      <dgm:prSet/>
      <dgm:spPr/>
      <dgm:t>
        <a:bodyPr/>
        <a:lstStyle/>
        <a:p>
          <a:endParaRPr lang="en-US"/>
        </a:p>
      </dgm:t>
    </dgm:pt>
    <dgm:pt modelId="{DFF812C3-B059-4EC8-A2D2-8940B2231283}" type="sibTrans" cxnId="{C72C6712-88F2-4F56-A34C-94B7F0D45513}">
      <dgm:prSet/>
      <dgm:spPr/>
      <dgm:t>
        <a:bodyPr/>
        <a:lstStyle/>
        <a:p>
          <a:endParaRPr lang="en-US"/>
        </a:p>
      </dgm:t>
    </dgm:pt>
    <dgm:pt modelId="{FD79CDC5-9905-440B-8466-5D706C553EEB}" type="pres">
      <dgm:prSet presAssocID="{749B8263-CB2D-44A6-8D42-0361DD3C5792}" presName="Name0" presStyleCnt="0">
        <dgm:presLayoutVars>
          <dgm:dir/>
          <dgm:resizeHandles val="exact"/>
        </dgm:presLayoutVars>
      </dgm:prSet>
      <dgm:spPr/>
    </dgm:pt>
    <dgm:pt modelId="{F2772EC3-F695-4224-9A6C-4BBA90F831CB}" type="pres">
      <dgm:prSet presAssocID="{5D67E0DD-3977-4396-A830-6BA37149CB6D}" presName="parTxOnly" presStyleLbl="node1" presStyleIdx="0" presStyleCnt="2">
        <dgm:presLayoutVars>
          <dgm:bulletEnabled val="1"/>
        </dgm:presLayoutVars>
      </dgm:prSet>
      <dgm:spPr/>
    </dgm:pt>
    <dgm:pt modelId="{4F0FA684-DE1C-4B67-A8EA-72823512976A}" type="pres">
      <dgm:prSet presAssocID="{86A40AEA-9D7B-4DCB-8F5C-D0E4DCA03657}" presName="parSpace" presStyleCnt="0"/>
      <dgm:spPr/>
    </dgm:pt>
    <dgm:pt modelId="{7FBB9041-58C1-4F42-9E83-D741868F6467}" type="pres">
      <dgm:prSet presAssocID="{4C1731EA-2F29-4804-81B0-3091F15BFF7B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C72C6712-88F2-4F56-A34C-94B7F0D45513}" srcId="{749B8263-CB2D-44A6-8D42-0361DD3C5792}" destId="{4C1731EA-2F29-4804-81B0-3091F15BFF7B}" srcOrd="1" destOrd="0" parTransId="{CD8069C6-0AAC-4ABD-9EA4-84CC713C581A}" sibTransId="{DFF812C3-B059-4EC8-A2D2-8940B2231283}"/>
    <dgm:cxn modelId="{9522E53A-2FF3-4585-9621-49A3EDB3D7CD}" type="presOf" srcId="{5D67E0DD-3977-4396-A830-6BA37149CB6D}" destId="{F2772EC3-F695-4224-9A6C-4BBA90F831CB}" srcOrd="0" destOrd="0" presId="urn:microsoft.com/office/officeart/2005/8/layout/hChevron3"/>
    <dgm:cxn modelId="{3B1FCB4C-275C-40F2-B68E-318C0C473A5F}" type="presOf" srcId="{4C1731EA-2F29-4804-81B0-3091F15BFF7B}" destId="{7FBB9041-58C1-4F42-9E83-D741868F6467}" srcOrd="0" destOrd="0" presId="urn:microsoft.com/office/officeart/2005/8/layout/hChevron3"/>
    <dgm:cxn modelId="{9657709E-9A60-4893-AC74-E2CEAD48AF61}" srcId="{749B8263-CB2D-44A6-8D42-0361DD3C5792}" destId="{5D67E0DD-3977-4396-A830-6BA37149CB6D}" srcOrd="0" destOrd="0" parTransId="{130D0428-22AC-41B0-98D7-D879F9A894AC}" sibTransId="{86A40AEA-9D7B-4DCB-8F5C-D0E4DCA03657}"/>
    <dgm:cxn modelId="{702B80B1-CEAC-4206-BD6C-535495D9A7BC}" type="presOf" srcId="{749B8263-CB2D-44A6-8D42-0361DD3C5792}" destId="{FD79CDC5-9905-440B-8466-5D706C553EEB}" srcOrd="0" destOrd="0" presId="urn:microsoft.com/office/officeart/2005/8/layout/hChevron3"/>
    <dgm:cxn modelId="{C654857F-8A53-470E-B4D9-F705272D7FE1}" type="presParOf" srcId="{FD79CDC5-9905-440B-8466-5D706C553EEB}" destId="{F2772EC3-F695-4224-9A6C-4BBA90F831CB}" srcOrd="0" destOrd="0" presId="urn:microsoft.com/office/officeart/2005/8/layout/hChevron3"/>
    <dgm:cxn modelId="{2A14A238-B1DA-4B3E-BA58-AA8F85C898E4}" type="presParOf" srcId="{FD79CDC5-9905-440B-8466-5D706C553EEB}" destId="{4F0FA684-DE1C-4B67-A8EA-72823512976A}" srcOrd="1" destOrd="0" presId="urn:microsoft.com/office/officeart/2005/8/layout/hChevron3"/>
    <dgm:cxn modelId="{8A7738A1-E8E1-4FDA-A112-9DE2C2ABD559}" type="presParOf" srcId="{FD79CDC5-9905-440B-8466-5D706C553EEB}" destId="{7FBB9041-58C1-4F42-9E83-D741868F6467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4DB6FE-11FF-4A4F-8B8E-E3CF084DADA5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802282E-DF18-4CB7-A39D-ACF1F1F12C66}">
      <dgm:prSet/>
      <dgm:spPr/>
      <dgm:t>
        <a:bodyPr/>
        <a:lstStyle/>
        <a:p>
          <a:r>
            <a:rPr lang="en-US" dirty="0"/>
            <a:t>•  Antes: </a:t>
          </a:r>
          <a:r>
            <a:rPr lang="en-US" dirty="0" err="1"/>
            <a:t>biblioteca</a:t>
          </a:r>
          <a:r>
            <a:rPr lang="en-US" dirty="0"/>
            <a:t> de links </a:t>
          </a:r>
          <a:r>
            <a:rPr lang="en-US" dirty="0" err="1"/>
            <a:t>que</a:t>
          </a:r>
          <a:r>
            <a:rPr lang="en-US" dirty="0"/>
            <a:t> </a:t>
          </a:r>
          <a:r>
            <a:rPr lang="en-US" dirty="0" err="1"/>
            <a:t>ninguém</a:t>
          </a:r>
          <a:r>
            <a:rPr lang="en-US" dirty="0"/>
            <a:t> termina</a:t>
          </a:r>
        </a:p>
      </dgm:t>
    </dgm:pt>
    <dgm:pt modelId="{72FA06B5-81FB-4818-8E92-D51AC76149F4}" type="parTrans" cxnId="{F7135097-5DDB-404F-9031-C3697B2FFAC3}">
      <dgm:prSet/>
      <dgm:spPr/>
      <dgm:t>
        <a:bodyPr/>
        <a:lstStyle/>
        <a:p>
          <a:endParaRPr lang="en-US"/>
        </a:p>
      </dgm:t>
    </dgm:pt>
    <dgm:pt modelId="{6704008F-FF6E-493F-B5EC-7D9F274458F6}" type="sibTrans" cxnId="{F7135097-5DDB-404F-9031-C3697B2FFAC3}">
      <dgm:prSet/>
      <dgm:spPr/>
      <dgm:t>
        <a:bodyPr/>
        <a:lstStyle/>
        <a:p>
          <a:endParaRPr lang="en-US"/>
        </a:p>
      </dgm:t>
    </dgm:pt>
    <dgm:pt modelId="{30B40229-6559-41E0-A9B1-1637B240AC3C}">
      <dgm:prSet/>
      <dgm:spPr/>
      <dgm:t>
        <a:bodyPr/>
        <a:lstStyle/>
        <a:p>
          <a:r>
            <a:rPr lang="en-US"/>
            <a:t>ou treinamento genérico, longe do projeto real</a:t>
          </a:r>
        </a:p>
      </dgm:t>
    </dgm:pt>
    <dgm:pt modelId="{B009C839-8F71-4A55-8B1A-85220B0E7059}" type="parTrans" cxnId="{D6482682-62A1-4738-B6B2-3625CC4A302C}">
      <dgm:prSet/>
      <dgm:spPr/>
      <dgm:t>
        <a:bodyPr/>
        <a:lstStyle/>
        <a:p>
          <a:endParaRPr lang="en-US"/>
        </a:p>
      </dgm:t>
    </dgm:pt>
    <dgm:pt modelId="{14B5856C-1DD4-4F36-BB75-BB8018171094}" type="sibTrans" cxnId="{D6482682-62A1-4738-B6B2-3625CC4A302C}">
      <dgm:prSet/>
      <dgm:spPr/>
      <dgm:t>
        <a:bodyPr/>
        <a:lstStyle/>
        <a:p>
          <a:endParaRPr lang="en-US"/>
        </a:p>
      </dgm:t>
    </dgm:pt>
    <dgm:pt modelId="{6FE7A15C-6783-454B-A8E7-EAD590890DD9}">
      <dgm:prSet/>
      <dgm:spPr/>
      <dgm:t>
        <a:bodyPr/>
        <a:lstStyle/>
        <a:p>
          <a:r>
            <a:rPr lang="en-US" dirty="0"/>
            <a:t>•  </a:t>
          </a:r>
          <a:r>
            <a:rPr lang="en-US" dirty="0" err="1"/>
            <a:t>Depois</a:t>
          </a:r>
          <a:r>
            <a:rPr lang="en-US" dirty="0"/>
            <a:t>: jornada </a:t>
          </a:r>
          <a:r>
            <a:rPr lang="en-US" dirty="0" err="1"/>
            <a:t>guiada</a:t>
          </a:r>
          <a:r>
            <a:rPr lang="en-US" dirty="0"/>
            <a:t> com </a:t>
          </a:r>
          <a:r>
            <a:rPr lang="en-US" dirty="0" err="1"/>
            <a:t>evidência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etapa</a:t>
          </a:r>
          <a:endParaRPr lang="en-US" dirty="0"/>
        </a:p>
      </dgm:t>
    </dgm:pt>
    <dgm:pt modelId="{084C20DB-D3FC-457E-897E-3584CCF21450}" type="parTrans" cxnId="{C6AB1CDA-B6DC-48B0-B8F0-EAFE7D94C9E9}">
      <dgm:prSet/>
      <dgm:spPr/>
      <dgm:t>
        <a:bodyPr/>
        <a:lstStyle/>
        <a:p>
          <a:endParaRPr lang="en-US"/>
        </a:p>
      </dgm:t>
    </dgm:pt>
    <dgm:pt modelId="{A0A7DD3F-7C5C-41BE-8EB4-8F4DDA67419B}" type="sibTrans" cxnId="{C6AB1CDA-B6DC-48B0-B8F0-EAFE7D94C9E9}">
      <dgm:prSet/>
      <dgm:spPr/>
      <dgm:t>
        <a:bodyPr/>
        <a:lstStyle/>
        <a:p>
          <a:endParaRPr lang="en-US"/>
        </a:p>
      </dgm:t>
    </dgm:pt>
    <dgm:pt modelId="{8E664958-5F00-4F5B-9581-1EC098E1AF4D}">
      <dgm:prSet/>
      <dgm:spPr/>
      <dgm:t>
        <a:bodyPr/>
        <a:lstStyle/>
        <a:p>
          <a:r>
            <a:rPr lang="en-US" dirty="0"/>
            <a:t>•  </a:t>
          </a:r>
          <a:r>
            <a:rPr lang="en-US" dirty="0" err="1"/>
            <a:t>Métrica</a:t>
          </a:r>
          <a:r>
            <a:rPr lang="en-US" dirty="0"/>
            <a:t> </a:t>
          </a:r>
          <a:r>
            <a:rPr lang="en-US" dirty="0" err="1"/>
            <a:t>norte</a:t>
          </a:r>
          <a:r>
            <a:rPr lang="en-US" dirty="0"/>
            <a:t>: tempo </a:t>
          </a:r>
          <a:r>
            <a:rPr lang="en-US" dirty="0" err="1"/>
            <a:t>até</a:t>
          </a:r>
          <a:r>
            <a:rPr lang="en-US" dirty="0"/>
            <a:t> a </a:t>
          </a:r>
          <a:r>
            <a:rPr lang="en-US" dirty="0" err="1"/>
            <a:t>primeira</a:t>
          </a:r>
          <a:r>
            <a:rPr lang="en-US" dirty="0"/>
            <a:t> </a:t>
          </a:r>
          <a:r>
            <a:rPr lang="en-US" dirty="0" err="1"/>
            <a:t>entrega</a:t>
          </a:r>
          <a:r>
            <a:rPr lang="en-US" dirty="0"/>
            <a:t> </a:t>
          </a:r>
          <a:r>
            <a:rPr lang="en-US" dirty="0" err="1"/>
            <a:t>segura</a:t>
          </a:r>
          <a:endParaRPr lang="en-US" dirty="0"/>
        </a:p>
      </dgm:t>
    </dgm:pt>
    <dgm:pt modelId="{2D8C8C09-584A-4A87-81B8-1CC9E3916C97}" type="parTrans" cxnId="{CE9F14B8-9886-41EE-96CC-74B1EB875DB8}">
      <dgm:prSet/>
      <dgm:spPr/>
      <dgm:t>
        <a:bodyPr/>
        <a:lstStyle/>
        <a:p>
          <a:endParaRPr lang="en-US"/>
        </a:p>
      </dgm:t>
    </dgm:pt>
    <dgm:pt modelId="{3D8DBB55-42F4-4014-8EFE-80B51E94FAB3}" type="sibTrans" cxnId="{CE9F14B8-9886-41EE-96CC-74B1EB875DB8}">
      <dgm:prSet/>
      <dgm:spPr/>
      <dgm:t>
        <a:bodyPr/>
        <a:lstStyle/>
        <a:p>
          <a:endParaRPr lang="en-US"/>
        </a:p>
      </dgm:t>
    </dgm:pt>
    <dgm:pt modelId="{C7748002-9584-4062-ACD5-67C74EC926EF}">
      <dgm:prSet/>
      <dgm:spPr/>
      <dgm:t>
        <a:bodyPr/>
        <a:lstStyle/>
        <a:p>
          <a:r>
            <a:rPr lang="en-US" dirty="0"/>
            <a:t>a </a:t>
          </a:r>
          <a:r>
            <a:rPr lang="en-US" dirty="0" err="1"/>
            <a:t>pessoa</a:t>
          </a:r>
          <a:r>
            <a:rPr lang="en-US" dirty="0"/>
            <a:t> </a:t>
          </a:r>
          <a:r>
            <a:rPr lang="en-US" dirty="0" err="1"/>
            <a:t>aprende</a:t>
          </a:r>
          <a:r>
            <a:rPr lang="en-US" dirty="0"/>
            <a:t> CDF, </a:t>
          </a:r>
          <a:r>
            <a:rPr lang="en-US" dirty="0" err="1"/>
            <a:t>entende</a:t>
          </a:r>
          <a:r>
            <a:rPr lang="en-US" dirty="0"/>
            <a:t> o </a:t>
          </a:r>
          <a:r>
            <a:rPr lang="en-US" dirty="0" err="1"/>
            <a:t>projeto</a:t>
          </a:r>
          <a:r>
            <a:rPr lang="en-US" dirty="0"/>
            <a:t> e </a:t>
          </a:r>
          <a:r>
            <a:rPr lang="en-US" dirty="0" err="1"/>
            <a:t>entrega</a:t>
          </a:r>
          <a:r>
            <a:rPr lang="en-US" dirty="0"/>
            <a:t> antes da </a:t>
          </a:r>
          <a:r>
            <a:rPr lang="en-US" dirty="0" err="1"/>
            <a:t>demanda</a:t>
          </a:r>
          <a:r>
            <a:rPr lang="en-US" dirty="0"/>
            <a:t> </a:t>
          </a:r>
          <a:r>
            <a:rPr lang="en-US" dirty="0" err="1"/>
            <a:t>produtiva</a:t>
          </a:r>
          <a:endParaRPr lang="en-US" dirty="0"/>
        </a:p>
      </dgm:t>
    </dgm:pt>
    <dgm:pt modelId="{AD42B805-8485-44CE-AFB8-1D27FC5F9787}" type="parTrans" cxnId="{BDD880B3-A8A5-4DB1-9B66-7D7721B4DD70}">
      <dgm:prSet/>
      <dgm:spPr/>
      <dgm:t>
        <a:bodyPr/>
        <a:lstStyle/>
        <a:p>
          <a:endParaRPr lang="en-US"/>
        </a:p>
      </dgm:t>
    </dgm:pt>
    <dgm:pt modelId="{329BD41A-828A-4BDA-9E0D-E68E8F012634}" type="sibTrans" cxnId="{BDD880B3-A8A5-4DB1-9B66-7D7721B4DD70}">
      <dgm:prSet/>
      <dgm:spPr/>
      <dgm:t>
        <a:bodyPr/>
        <a:lstStyle/>
        <a:p>
          <a:endParaRPr lang="en-US"/>
        </a:p>
      </dgm:t>
    </dgm:pt>
    <dgm:pt modelId="{E3621D3C-A9AC-43FB-B117-D2AD00862FA7}" type="pres">
      <dgm:prSet presAssocID="{EF4DB6FE-11FF-4A4F-8B8E-E3CF084DADA5}" presName="outerComposite" presStyleCnt="0">
        <dgm:presLayoutVars>
          <dgm:chMax val="5"/>
          <dgm:dir/>
          <dgm:resizeHandles val="exact"/>
        </dgm:presLayoutVars>
      </dgm:prSet>
      <dgm:spPr/>
    </dgm:pt>
    <dgm:pt modelId="{B224DCB9-FA88-42A3-8594-4A9EC8C9043A}" type="pres">
      <dgm:prSet presAssocID="{EF4DB6FE-11FF-4A4F-8B8E-E3CF084DADA5}" presName="dummyMaxCanvas" presStyleCnt="0">
        <dgm:presLayoutVars/>
      </dgm:prSet>
      <dgm:spPr/>
    </dgm:pt>
    <dgm:pt modelId="{7647E4A1-3C36-489B-879F-364ADA2F02D0}" type="pres">
      <dgm:prSet presAssocID="{EF4DB6FE-11FF-4A4F-8B8E-E3CF084DADA5}" presName="ThreeNodes_1" presStyleLbl="node1" presStyleIdx="0" presStyleCnt="3">
        <dgm:presLayoutVars>
          <dgm:bulletEnabled val="1"/>
        </dgm:presLayoutVars>
      </dgm:prSet>
      <dgm:spPr/>
    </dgm:pt>
    <dgm:pt modelId="{E5E52760-FF3F-4420-8ABC-965D12B17831}" type="pres">
      <dgm:prSet presAssocID="{EF4DB6FE-11FF-4A4F-8B8E-E3CF084DADA5}" presName="ThreeNodes_2" presStyleLbl="node1" presStyleIdx="1" presStyleCnt="3">
        <dgm:presLayoutVars>
          <dgm:bulletEnabled val="1"/>
        </dgm:presLayoutVars>
      </dgm:prSet>
      <dgm:spPr/>
    </dgm:pt>
    <dgm:pt modelId="{4DB50A3B-DEF4-4373-87E9-EFC7AE6F75BC}" type="pres">
      <dgm:prSet presAssocID="{EF4DB6FE-11FF-4A4F-8B8E-E3CF084DADA5}" presName="ThreeNodes_3" presStyleLbl="node1" presStyleIdx="2" presStyleCnt="3">
        <dgm:presLayoutVars>
          <dgm:bulletEnabled val="1"/>
        </dgm:presLayoutVars>
      </dgm:prSet>
      <dgm:spPr/>
    </dgm:pt>
    <dgm:pt modelId="{C93BF1AA-154C-40AF-A0AE-98AEE47FCFB0}" type="pres">
      <dgm:prSet presAssocID="{EF4DB6FE-11FF-4A4F-8B8E-E3CF084DADA5}" presName="ThreeConn_1-2" presStyleLbl="fgAccFollowNode1" presStyleIdx="0" presStyleCnt="2">
        <dgm:presLayoutVars>
          <dgm:bulletEnabled val="1"/>
        </dgm:presLayoutVars>
      </dgm:prSet>
      <dgm:spPr/>
    </dgm:pt>
    <dgm:pt modelId="{3E2D7284-DCDC-4329-B2C8-9401A22764C3}" type="pres">
      <dgm:prSet presAssocID="{EF4DB6FE-11FF-4A4F-8B8E-E3CF084DADA5}" presName="ThreeConn_2-3" presStyleLbl="fgAccFollowNode1" presStyleIdx="1" presStyleCnt="2">
        <dgm:presLayoutVars>
          <dgm:bulletEnabled val="1"/>
        </dgm:presLayoutVars>
      </dgm:prSet>
      <dgm:spPr/>
    </dgm:pt>
    <dgm:pt modelId="{A41B0476-FB98-415E-93E4-5AFD5B34C39E}" type="pres">
      <dgm:prSet presAssocID="{EF4DB6FE-11FF-4A4F-8B8E-E3CF084DADA5}" presName="ThreeNodes_1_text" presStyleLbl="node1" presStyleIdx="2" presStyleCnt="3">
        <dgm:presLayoutVars>
          <dgm:bulletEnabled val="1"/>
        </dgm:presLayoutVars>
      </dgm:prSet>
      <dgm:spPr/>
    </dgm:pt>
    <dgm:pt modelId="{830774D6-2419-4D48-A6AC-0AF25E030EB3}" type="pres">
      <dgm:prSet presAssocID="{EF4DB6FE-11FF-4A4F-8B8E-E3CF084DADA5}" presName="ThreeNodes_2_text" presStyleLbl="node1" presStyleIdx="2" presStyleCnt="3">
        <dgm:presLayoutVars>
          <dgm:bulletEnabled val="1"/>
        </dgm:presLayoutVars>
      </dgm:prSet>
      <dgm:spPr/>
    </dgm:pt>
    <dgm:pt modelId="{05E5C0BA-4A2E-42FA-8DF6-8F42B5F8891F}" type="pres">
      <dgm:prSet presAssocID="{EF4DB6FE-11FF-4A4F-8B8E-E3CF084DADA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FDEAF2A-4FE9-453E-8455-95304781F760}" type="presOf" srcId="{30B40229-6559-41E0-A9B1-1637B240AC3C}" destId="{7647E4A1-3C36-489B-879F-364ADA2F02D0}" srcOrd="0" destOrd="1" presId="urn:microsoft.com/office/officeart/2005/8/layout/vProcess5"/>
    <dgm:cxn modelId="{6463E83E-669E-48D9-ADA3-0CD25BE0EA96}" type="presOf" srcId="{C7748002-9584-4062-ACD5-67C74EC926EF}" destId="{830774D6-2419-4D48-A6AC-0AF25E030EB3}" srcOrd="1" destOrd="1" presId="urn:microsoft.com/office/officeart/2005/8/layout/vProcess5"/>
    <dgm:cxn modelId="{2B036941-B27A-4457-8BD7-F15C9F754F69}" type="presOf" srcId="{8E664958-5F00-4F5B-9581-1EC098E1AF4D}" destId="{05E5C0BA-4A2E-42FA-8DF6-8F42B5F8891F}" srcOrd="1" destOrd="0" presId="urn:microsoft.com/office/officeart/2005/8/layout/vProcess5"/>
    <dgm:cxn modelId="{97D28854-C0E2-4337-A779-B0B47E6659CE}" type="presOf" srcId="{6704008F-FF6E-493F-B5EC-7D9F274458F6}" destId="{C93BF1AA-154C-40AF-A0AE-98AEE47FCFB0}" srcOrd="0" destOrd="0" presId="urn:microsoft.com/office/officeart/2005/8/layout/vProcess5"/>
    <dgm:cxn modelId="{357ABE5A-F186-4262-B256-B3BE968683CC}" type="presOf" srcId="{EF4DB6FE-11FF-4A4F-8B8E-E3CF084DADA5}" destId="{E3621D3C-A9AC-43FB-B117-D2AD00862FA7}" srcOrd="0" destOrd="0" presId="urn:microsoft.com/office/officeart/2005/8/layout/vProcess5"/>
    <dgm:cxn modelId="{8DA7097D-1456-4BBB-A09F-95F76F487D43}" type="presOf" srcId="{A0A7DD3F-7C5C-41BE-8EB4-8F4DDA67419B}" destId="{3E2D7284-DCDC-4329-B2C8-9401A22764C3}" srcOrd="0" destOrd="0" presId="urn:microsoft.com/office/officeart/2005/8/layout/vProcess5"/>
    <dgm:cxn modelId="{B931E881-DC9E-4647-B7B5-CBF524E69576}" type="presOf" srcId="{30B40229-6559-41E0-A9B1-1637B240AC3C}" destId="{A41B0476-FB98-415E-93E4-5AFD5B34C39E}" srcOrd="1" destOrd="1" presId="urn:microsoft.com/office/officeart/2005/8/layout/vProcess5"/>
    <dgm:cxn modelId="{D6482682-62A1-4738-B6B2-3625CC4A302C}" srcId="{B802282E-DF18-4CB7-A39D-ACF1F1F12C66}" destId="{30B40229-6559-41E0-A9B1-1637B240AC3C}" srcOrd="0" destOrd="0" parTransId="{B009C839-8F71-4A55-8B1A-85220B0E7059}" sibTransId="{14B5856C-1DD4-4F36-BB75-BB8018171094}"/>
    <dgm:cxn modelId="{C3FD168F-8693-4D3D-ACC2-114038A16FB5}" type="presOf" srcId="{8E664958-5F00-4F5B-9581-1EC098E1AF4D}" destId="{4DB50A3B-DEF4-4373-87E9-EFC7AE6F75BC}" srcOrd="0" destOrd="0" presId="urn:microsoft.com/office/officeart/2005/8/layout/vProcess5"/>
    <dgm:cxn modelId="{F7135097-5DDB-404F-9031-C3697B2FFAC3}" srcId="{EF4DB6FE-11FF-4A4F-8B8E-E3CF084DADA5}" destId="{B802282E-DF18-4CB7-A39D-ACF1F1F12C66}" srcOrd="0" destOrd="0" parTransId="{72FA06B5-81FB-4818-8E92-D51AC76149F4}" sibTransId="{6704008F-FF6E-493F-B5EC-7D9F274458F6}"/>
    <dgm:cxn modelId="{3D0870A7-1273-4600-B950-E3F77041F47B}" type="presOf" srcId="{6FE7A15C-6783-454B-A8E7-EAD590890DD9}" destId="{830774D6-2419-4D48-A6AC-0AF25E030EB3}" srcOrd="1" destOrd="0" presId="urn:microsoft.com/office/officeart/2005/8/layout/vProcess5"/>
    <dgm:cxn modelId="{BDD880B3-A8A5-4DB1-9B66-7D7721B4DD70}" srcId="{6FE7A15C-6783-454B-A8E7-EAD590890DD9}" destId="{C7748002-9584-4062-ACD5-67C74EC926EF}" srcOrd="0" destOrd="0" parTransId="{AD42B805-8485-44CE-AFB8-1D27FC5F9787}" sibTransId="{329BD41A-828A-4BDA-9E0D-E68E8F012634}"/>
    <dgm:cxn modelId="{CE9F14B8-9886-41EE-96CC-74B1EB875DB8}" srcId="{EF4DB6FE-11FF-4A4F-8B8E-E3CF084DADA5}" destId="{8E664958-5F00-4F5B-9581-1EC098E1AF4D}" srcOrd="2" destOrd="0" parTransId="{2D8C8C09-584A-4A87-81B8-1CC9E3916C97}" sibTransId="{3D8DBB55-42F4-4014-8EFE-80B51E94FAB3}"/>
    <dgm:cxn modelId="{A6B9AAB8-C98C-4313-A280-038CDCC62FF4}" type="presOf" srcId="{B802282E-DF18-4CB7-A39D-ACF1F1F12C66}" destId="{7647E4A1-3C36-489B-879F-364ADA2F02D0}" srcOrd="0" destOrd="0" presId="urn:microsoft.com/office/officeart/2005/8/layout/vProcess5"/>
    <dgm:cxn modelId="{7A5B70C3-9868-4E1E-9BF7-20C8B75DD20A}" type="presOf" srcId="{B802282E-DF18-4CB7-A39D-ACF1F1F12C66}" destId="{A41B0476-FB98-415E-93E4-5AFD5B34C39E}" srcOrd="1" destOrd="0" presId="urn:microsoft.com/office/officeart/2005/8/layout/vProcess5"/>
    <dgm:cxn modelId="{3C4B2ED2-AB9E-4ACC-9FC3-B36D1E7AAABF}" type="presOf" srcId="{6FE7A15C-6783-454B-A8E7-EAD590890DD9}" destId="{E5E52760-FF3F-4420-8ABC-965D12B17831}" srcOrd="0" destOrd="0" presId="urn:microsoft.com/office/officeart/2005/8/layout/vProcess5"/>
    <dgm:cxn modelId="{A0B93FD3-DC44-4DBB-BFA3-41ADCCD64492}" type="presOf" srcId="{C7748002-9584-4062-ACD5-67C74EC926EF}" destId="{E5E52760-FF3F-4420-8ABC-965D12B17831}" srcOrd="0" destOrd="1" presId="urn:microsoft.com/office/officeart/2005/8/layout/vProcess5"/>
    <dgm:cxn modelId="{C6AB1CDA-B6DC-48B0-B8F0-EAFE7D94C9E9}" srcId="{EF4DB6FE-11FF-4A4F-8B8E-E3CF084DADA5}" destId="{6FE7A15C-6783-454B-A8E7-EAD590890DD9}" srcOrd="1" destOrd="0" parTransId="{084C20DB-D3FC-457E-897E-3584CCF21450}" sibTransId="{A0A7DD3F-7C5C-41BE-8EB4-8F4DDA67419B}"/>
    <dgm:cxn modelId="{7EEAB477-E664-40B6-8DA7-587F1657691C}" type="presParOf" srcId="{E3621D3C-A9AC-43FB-B117-D2AD00862FA7}" destId="{B224DCB9-FA88-42A3-8594-4A9EC8C9043A}" srcOrd="0" destOrd="0" presId="urn:microsoft.com/office/officeart/2005/8/layout/vProcess5"/>
    <dgm:cxn modelId="{F801A445-19F2-44FD-A5D4-7C36B47823D5}" type="presParOf" srcId="{E3621D3C-A9AC-43FB-B117-D2AD00862FA7}" destId="{7647E4A1-3C36-489B-879F-364ADA2F02D0}" srcOrd="1" destOrd="0" presId="urn:microsoft.com/office/officeart/2005/8/layout/vProcess5"/>
    <dgm:cxn modelId="{B36859AB-62B4-41B9-8F0A-9E8B8AD3CFC5}" type="presParOf" srcId="{E3621D3C-A9AC-43FB-B117-D2AD00862FA7}" destId="{E5E52760-FF3F-4420-8ABC-965D12B17831}" srcOrd="2" destOrd="0" presId="urn:microsoft.com/office/officeart/2005/8/layout/vProcess5"/>
    <dgm:cxn modelId="{0207ACEC-C5A2-4CFD-A160-F6B992B74259}" type="presParOf" srcId="{E3621D3C-A9AC-43FB-B117-D2AD00862FA7}" destId="{4DB50A3B-DEF4-4373-87E9-EFC7AE6F75BC}" srcOrd="3" destOrd="0" presId="urn:microsoft.com/office/officeart/2005/8/layout/vProcess5"/>
    <dgm:cxn modelId="{07E2E022-33CF-481E-AA13-EAC319F5DA91}" type="presParOf" srcId="{E3621D3C-A9AC-43FB-B117-D2AD00862FA7}" destId="{C93BF1AA-154C-40AF-A0AE-98AEE47FCFB0}" srcOrd="4" destOrd="0" presId="urn:microsoft.com/office/officeart/2005/8/layout/vProcess5"/>
    <dgm:cxn modelId="{7F08E80C-B13B-41AB-B2AE-0E89F1459F71}" type="presParOf" srcId="{E3621D3C-A9AC-43FB-B117-D2AD00862FA7}" destId="{3E2D7284-DCDC-4329-B2C8-9401A22764C3}" srcOrd="5" destOrd="0" presId="urn:microsoft.com/office/officeart/2005/8/layout/vProcess5"/>
    <dgm:cxn modelId="{86F51387-58A4-4BB5-B06E-1D8174137B60}" type="presParOf" srcId="{E3621D3C-A9AC-43FB-B117-D2AD00862FA7}" destId="{A41B0476-FB98-415E-93E4-5AFD5B34C39E}" srcOrd="6" destOrd="0" presId="urn:microsoft.com/office/officeart/2005/8/layout/vProcess5"/>
    <dgm:cxn modelId="{4C152FCB-2764-45D0-9E9E-DEE8E7731FF6}" type="presParOf" srcId="{E3621D3C-A9AC-43FB-B117-D2AD00862FA7}" destId="{830774D6-2419-4D48-A6AC-0AF25E030EB3}" srcOrd="7" destOrd="0" presId="urn:microsoft.com/office/officeart/2005/8/layout/vProcess5"/>
    <dgm:cxn modelId="{6A056B31-1FC8-4E37-A378-C95C02DC67C3}" type="presParOf" srcId="{E3621D3C-A9AC-43FB-B117-D2AD00862FA7}" destId="{05E5C0BA-4A2E-42FA-8DF6-8F42B5F8891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62451B-2D09-4EA6-99DB-56CCC9F1588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EA345FF-20BD-466E-8292-682122BED704}">
      <dgm:prSet/>
      <dgm:spPr/>
      <dgm:t>
        <a:bodyPr/>
        <a:lstStyle/>
        <a:p>
          <a:r>
            <a:rPr lang="en-US" dirty="0"/>
            <a:t>•  Pitch — </a:t>
          </a:r>
          <a:r>
            <a:rPr lang="en-US" dirty="0" err="1"/>
            <a:t>explicar</a:t>
          </a:r>
          <a:r>
            <a:rPr lang="en-US" dirty="0"/>
            <a:t> a </a:t>
          </a:r>
          <a:r>
            <a:rPr lang="en-US" dirty="0" err="1"/>
            <a:t>trilha</a:t>
          </a:r>
          <a:r>
            <a:rPr lang="en-US" dirty="0"/>
            <a:t> e o </a:t>
          </a:r>
          <a:r>
            <a:rPr lang="en-US" dirty="0" err="1"/>
            <a:t>projeto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minutos</a:t>
          </a:r>
          <a:endParaRPr lang="en-US" dirty="0"/>
        </a:p>
      </dgm:t>
    </dgm:pt>
    <dgm:pt modelId="{48123733-D393-4EF2-9C56-F33D81D1EC05}" type="parTrans" cxnId="{A55AF21C-FBAC-4F01-A039-09E2D7D739D1}">
      <dgm:prSet/>
      <dgm:spPr/>
      <dgm:t>
        <a:bodyPr/>
        <a:lstStyle/>
        <a:p>
          <a:endParaRPr lang="en-US"/>
        </a:p>
      </dgm:t>
    </dgm:pt>
    <dgm:pt modelId="{645FC515-5B79-45AD-9F5A-A79798E81696}" type="sibTrans" cxnId="{A55AF21C-FBAC-4F01-A039-09E2D7D739D1}">
      <dgm:prSet/>
      <dgm:spPr/>
      <dgm:t>
        <a:bodyPr/>
        <a:lstStyle/>
        <a:p>
          <a:endParaRPr lang="en-US"/>
        </a:p>
      </dgm:t>
    </dgm:pt>
    <dgm:pt modelId="{64371B63-02B7-4A1A-B4AF-DBD5AF5841B6}">
      <dgm:prSet/>
      <dgm:spPr/>
      <dgm:t>
        <a:bodyPr/>
        <a:lstStyle/>
        <a:p>
          <a:r>
            <a:rPr lang="en-US" dirty="0"/>
            <a:t>•  Checklist — o </a:t>
          </a:r>
          <a:r>
            <a:rPr lang="en-US" dirty="0" err="1"/>
            <a:t>que</a:t>
          </a:r>
          <a:r>
            <a:rPr lang="en-US" dirty="0"/>
            <a:t> </a:t>
          </a:r>
          <a:r>
            <a:rPr lang="en-US" dirty="0" err="1"/>
            <a:t>fazer</a:t>
          </a:r>
          <a:r>
            <a:rPr lang="en-US" dirty="0"/>
            <a:t>, com </a:t>
          </a:r>
          <a:r>
            <a:rPr lang="en-US" dirty="0" err="1"/>
            <a:t>evidência</a:t>
          </a:r>
          <a:r>
            <a:rPr lang="en-US" dirty="0"/>
            <a:t> </a:t>
          </a:r>
          <a:r>
            <a:rPr lang="en-US" dirty="0" err="1"/>
            <a:t>mestre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vídeo</a:t>
          </a:r>
          <a:endParaRPr lang="en-US" dirty="0"/>
        </a:p>
      </dgm:t>
    </dgm:pt>
    <dgm:pt modelId="{B3607350-10D4-49C7-A52E-2B4822A564FE}" type="parTrans" cxnId="{76045DDC-D84D-4F02-A7E7-70B86E9DA7C5}">
      <dgm:prSet/>
      <dgm:spPr/>
      <dgm:t>
        <a:bodyPr/>
        <a:lstStyle/>
        <a:p>
          <a:endParaRPr lang="en-US"/>
        </a:p>
      </dgm:t>
    </dgm:pt>
    <dgm:pt modelId="{89C3629F-308D-4383-B149-699AA789DBB6}" type="sibTrans" cxnId="{76045DDC-D84D-4F02-A7E7-70B86E9DA7C5}">
      <dgm:prSet/>
      <dgm:spPr/>
      <dgm:t>
        <a:bodyPr/>
        <a:lstStyle/>
        <a:p>
          <a:endParaRPr lang="en-US"/>
        </a:p>
      </dgm:t>
    </dgm:pt>
    <dgm:pt modelId="{C1B3189F-60BB-4DAB-A5AA-5424AFE78099}">
      <dgm:prSet/>
      <dgm:spPr/>
      <dgm:t>
        <a:bodyPr/>
        <a:lstStyle/>
        <a:p>
          <a:r>
            <a:rPr lang="en-US"/>
            <a:t>•  Documentação — aprofundar (governança, guias, notebooks)</a:t>
          </a:r>
        </a:p>
      </dgm:t>
    </dgm:pt>
    <dgm:pt modelId="{1A60784D-6A24-4849-A7A6-1CE3B5664298}" type="parTrans" cxnId="{E3A805FE-76AD-4CAD-BFD8-2575F1102C27}">
      <dgm:prSet/>
      <dgm:spPr/>
      <dgm:t>
        <a:bodyPr/>
        <a:lstStyle/>
        <a:p>
          <a:endParaRPr lang="en-US"/>
        </a:p>
      </dgm:t>
    </dgm:pt>
    <dgm:pt modelId="{14B2841E-A753-478E-B902-E14915CBB068}" type="sibTrans" cxnId="{E3A805FE-76AD-4CAD-BFD8-2575F1102C27}">
      <dgm:prSet/>
      <dgm:spPr/>
      <dgm:t>
        <a:bodyPr/>
        <a:lstStyle/>
        <a:p>
          <a:endParaRPr lang="en-US"/>
        </a:p>
      </dgm:t>
    </dgm:pt>
    <dgm:pt modelId="{FEF07A02-9BFF-4C92-983C-723C2FEA540D}">
      <dgm:prSet/>
      <dgm:spPr/>
      <dgm:t>
        <a:bodyPr/>
        <a:lstStyle/>
        <a:p>
          <a:r>
            <a:rPr lang="en-US"/>
            <a:t>Regra de ouro: assistir não conta; só termina com evidência no backlog</a:t>
          </a:r>
        </a:p>
      </dgm:t>
    </dgm:pt>
    <dgm:pt modelId="{60ABA099-BD94-43DA-8E69-A7F595706570}" type="parTrans" cxnId="{19681820-4B82-4A7B-BB66-BC9A2B724722}">
      <dgm:prSet/>
      <dgm:spPr/>
      <dgm:t>
        <a:bodyPr/>
        <a:lstStyle/>
        <a:p>
          <a:endParaRPr lang="en-US"/>
        </a:p>
      </dgm:t>
    </dgm:pt>
    <dgm:pt modelId="{47E84883-F90C-4DDA-9F0F-4E4C5AA5D6D1}" type="sibTrans" cxnId="{19681820-4B82-4A7B-BB66-BC9A2B724722}">
      <dgm:prSet/>
      <dgm:spPr/>
      <dgm:t>
        <a:bodyPr/>
        <a:lstStyle/>
        <a:p>
          <a:endParaRPr lang="en-US"/>
        </a:p>
      </dgm:t>
    </dgm:pt>
    <dgm:pt modelId="{E44FEEF9-1D29-4780-B8EC-2BD9A2FCD6E7}" type="pres">
      <dgm:prSet presAssocID="{1162451B-2D09-4EA6-99DB-56CCC9F1588E}" presName="root" presStyleCnt="0">
        <dgm:presLayoutVars>
          <dgm:dir/>
          <dgm:resizeHandles val="exact"/>
        </dgm:presLayoutVars>
      </dgm:prSet>
      <dgm:spPr/>
    </dgm:pt>
    <dgm:pt modelId="{3C848E3F-C877-4C68-9E85-987F79198FD0}" type="pres">
      <dgm:prSet presAssocID="{1162451B-2D09-4EA6-99DB-56CCC9F1588E}" presName="container" presStyleCnt="0">
        <dgm:presLayoutVars>
          <dgm:dir/>
          <dgm:resizeHandles val="exact"/>
        </dgm:presLayoutVars>
      </dgm:prSet>
      <dgm:spPr/>
    </dgm:pt>
    <dgm:pt modelId="{DD4AED27-4DEC-4C70-8AE7-B506FD93A431}" type="pres">
      <dgm:prSet presAssocID="{CEA345FF-20BD-466E-8292-682122BED704}" presName="compNode" presStyleCnt="0"/>
      <dgm:spPr/>
    </dgm:pt>
    <dgm:pt modelId="{1DE192AB-BD18-43FF-A3A3-27A950C331AF}" type="pres">
      <dgm:prSet presAssocID="{CEA345FF-20BD-466E-8292-682122BED704}" presName="iconBgRect" presStyleLbl="bgShp" presStyleIdx="0" presStyleCnt="4"/>
      <dgm:spPr/>
    </dgm:pt>
    <dgm:pt modelId="{6D32FE64-35E8-4A37-A80D-9021B0FC83AE}" type="pres">
      <dgm:prSet presAssocID="{CEA345FF-20BD-466E-8292-682122BED70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inhada"/>
        </a:ext>
      </dgm:extLst>
    </dgm:pt>
    <dgm:pt modelId="{BDC08729-ACA9-45F6-AADE-B25425E39EC7}" type="pres">
      <dgm:prSet presAssocID="{CEA345FF-20BD-466E-8292-682122BED704}" presName="spaceRect" presStyleCnt="0"/>
      <dgm:spPr/>
    </dgm:pt>
    <dgm:pt modelId="{D7F6166A-B237-4608-85E9-8E2D45B0BF36}" type="pres">
      <dgm:prSet presAssocID="{CEA345FF-20BD-466E-8292-682122BED704}" presName="textRect" presStyleLbl="revTx" presStyleIdx="0" presStyleCnt="4">
        <dgm:presLayoutVars>
          <dgm:chMax val="1"/>
          <dgm:chPref val="1"/>
        </dgm:presLayoutVars>
      </dgm:prSet>
      <dgm:spPr/>
    </dgm:pt>
    <dgm:pt modelId="{44C955DC-9921-4D0C-8EBA-37CB9EE44F53}" type="pres">
      <dgm:prSet presAssocID="{645FC515-5B79-45AD-9F5A-A79798E81696}" presName="sibTrans" presStyleLbl="sibTrans2D1" presStyleIdx="0" presStyleCnt="0"/>
      <dgm:spPr/>
    </dgm:pt>
    <dgm:pt modelId="{D2EFE599-58A6-4B35-87AB-C3C5743173EA}" type="pres">
      <dgm:prSet presAssocID="{64371B63-02B7-4A1A-B4AF-DBD5AF5841B6}" presName="compNode" presStyleCnt="0"/>
      <dgm:spPr/>
    </dgm:pt>
    <dgm:pt modelId="{8F10DE65-E53C-444E-B4D4-83AA089F904B}" type="pres">
      <dgm:prSet presAssocID="{64371B63-02B7-4A1A-B4AF-DBD5AF5841B6}" presName="iconBgRect" presStyleLbl="bgShp" presStyleIdx="1" presStyleCnt="4"/>
      <dgm:spPr/>
    </dgm:pt>
    <dgm:pt modelId="{8F55AE22-561F-4D68-9B54-715EA9B41F93}" type="pres">
      <dgm:prSet presAssocID="{64371B63-02B7-4A1A-B4AF-DBD5AF5841B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Verificação"/>
        </a:ext>
      </dgm:extLst>
    </dgm:pt>
    <dgm:pt modelId="{E41E4FCB-4E0D-4009-B789-C14B3A22A2C1}" type="pres">
      <dgm:prSet presAssocID="{64371B63-02B7-4A1A-B4AF-DBD5AF5841B6}" presName="spaceRect" presStyleCnt="0"/>
      <dgm:spPr/>
    </dgm:pt>
    <dgm:pt modelId="{3503ADB4-3622-46D0-8E66-7EA9BA93DE29}" type="pres">
      <dgm:prSet presAssocID="{64371B63-02B7-4A1A-B4AF-DBD5AF5841B6}" presName="textRect" presStyleLbl="revTx" presStyleIdx="1" presStyleCnt="4">
        <dgm:presLayoutVars>
          <dgm:chMax val="1"/>
          <dgm:chPref val="1"/>
        </dgm:presLayoutVars>
      </dgm:prSet>
      <dgm:spPr/>
    </dgm:pt>
    <dgm:pt modelId="{55BC530A-9B89-42EF-ACF3-B77EDB66F5CA}" type="pres">
      <dgm:prSet presAssocID="{89C3629F-308D-4383-B149-699AA789DBB6}" presName="sibTrans" presStyleLbl="sibTrans2D1" presStyleIdx="0" presStyleCnt="0"/>
      <dgm:spPr/>
    </dgm:pt>
    <dgm:pt modelId="{14B521BC-9404-442F-8F7F-8418A8A0D5BD}" type="pres">
      <dgm:prSet presAssocID="{C1B3189F-60BB-4DAB-A5AA-5424AFE78099}" presName="compNode" presStyleCnt="0"/>
      <dgm:spPr/>
    </dgm:pt>
    <dgm:pt modelId="{D576B99C-4140-4970-8442-3828C8910668}" type="pres">
      <dgm:prSet presAssocID="{C1B3189F-60BB-4DAB-A5AA-5424AFE78099}" presName="iconBgRect" presStyleLbl="bgShp" presStyleIdx="2" presStyleCnt="4"/>
      <dgm:spPr/>
    </dgm:pt>
    <dgm:pt modelId="{F12BC727-D0C0-481F-BC9A-DD0C494F0838}" type="pres">
      <dgm:prSet presAssocID="{C1B3189F-60BB-4DAB-A5AA-5424AFE7809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l"/>
        </a:ext>
      </dgm:extLst>
    </dgm:pt>
    <dgm:pt modelId="{4D40C8A8-9A50-4611-933E-0018946C9417}" type="pres">
      <dgm:prSet presAssocID="{C1B3189F-60BB-4DAB-A5AA-5424AFE78099}" presName="spaceRect" presStyleCnt="0"/>
      <dgm:spPr/>
    </dgm:pt>
    <dgm:pt modelId="{A8F19027-4956-4287-95DE-124243B43DC1}" type="pres">
      <dgm:prSet presAssocID="{C1B3189F-60BB-4DAB-A5AA-5424AFE78099}" presName="textRect" presStyleLbl="revTx" presStyleIdx="2" presStyleCnt="4">
        <dgm:presLayoutVars>
          <dgm:chMax val="1"/>
          <dgm:chPref val="1"/>
        </dgm:presLayoutVars>
      </dgm:prSet>
      <dgm:spPr/>
    </dgm:pt>
    <dgm:pt modelId="{090AFAA8-F2F3-4812-8CB7-305617D7745A}" type="pres">
      <dgm:prSet presAssocID="{14B2841E-A753-478E-B902-E14915CBB068}" presName="sibTrans" presStyleLbl="sibTrans2D1" presStyleIdx="0" presStyleCnt="0"/>
      <dgm:spPr/>
    </dgm:pt>
    <dgm:pt modelId="{A04B4EBE-2B26-48CB-A34B-474FBEE26941}" type="pres">
      <dgm:prSet presAssocID="{FEF07A02-9BFF-4C92-983C-723C2FEA540D}" presName="compNode" presStyleCnt="0"/>
      <dgm:spPr/>
    </dgm:pt>
    <dgm:pt modelId="{C956B690-8407-4DEB-8559-FC696C8F9B69}" type="pres">
      <dgm:prSet presAssocID="{FEF07A02-9BFF-4C92-983C-723C2FEA540D}" presName="iconBgRect" presStyleLbl="bgShp" presStyleIdx="3" presStyleCnt="4"/>
      <dgm:spPr/>
    </dgm:pt>
    <dgm:pt modelId="{D054BC25-A58E-4792-8192-DCAD364B3812}" type="pres">
      <dgm:prSet presAssocID="{FEF07A02-9BFF-4C92-983C-723C2FEA540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 of Gold"/>
        </a:ext>
      </dgm:extLst>
    </dgm:pt>
    <dgm:pt modelId="{13E3F00D-BB5E-4903-B3B7-36EE986F2571}" type="pres">
      <dgm:prSet presAssocID="{FEF07A02-9BFF-4C92-983C-723C2FEA540D}" presName="spaceRect" presStyleCnt="0"/>
      <dgm:spPr/>
    </dgm:pt>
    <dgm:pt modelId="{C9432C09-D563-4006-B661-C294F6E779B9}" type="pres">
      <dgm:prSet presAssocID="{FEF07A02-9BFF-4C92-983C-723C2FEA54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A321503-B8EC-4990-8313-24B6623EC675}" type="presOf" srcId="{645FC515-5B79-45AD-9F5A-A79798E81696}" destId="{44C955DC-9921-4D0C-8EBA-37CB9EE44F53}" srcOrd="0" destOrd="0" presId="urn:microsoft.com/office/officeart/2018/2/layout/IconCircleList"/>
    <dgm:cxn modelId="{A55AF21C-FBAC-4F01-A039-09E2D7D739D1}" srcId="{1162451B-2D09-4EA6-99DB-56CCC9F1588E}" destId="{CEA345FF-20BD-466E-8292-682122BED704}" srcOrd="0" destOrd="0" parTransId="{48123733-D393-4EF2-9C56-F33D81D1EC05}" sibTransId="{645FC515-5B79-45AD-9F5A-A79798E81696}"/>
    <dgm:cxn modelId="{19681820-4B82-4A7B-BB66-BC9A2B724722}" srcId="{1162451B-2D09-4EA6-99DB-56CCC9F1588E}" destId="{FEF07A02-9BFF-4C92-983C-723C2FEA540D}" srcOrd="3" destOrd="0" parTransId="{60ABA099-BD94-43DA-8E69-A7F595706570}" sibTransId="{47E84883-F90C-4DDA-9F0F-4E4C5AA5D6D1}"/>
    <dgm:cxn modelId="{37575549-FD53-49B2-B2D0-368E628F7888}" type="presOf" srcId="{FEF07A02-9BFF-4C92-983C-723C2FEA540D}" destId="{C9432C09-D563-4006-B661-C294F6E779B9}" srcOrd="0" destOrd="0" presId="urn:microsoft.com/office/officeart/2018/2/layout/IconCircleList"/>
    <dgm:cxn modelId="{02866E4A-195D-4DB1-B364-E6E334234090}" type="presOf" srcId="{CEA345FF-20BD-466E-8292-682122BED704}" destId="{D7F6166A-B237-4608-85E9-8E2D45B0BF36}" srcOrd="0" destOrd="0" presId="urn:microsoft.com/office/officeart/2018/2/layout/IconCircleList"/>
    <dgm:cxn modelId="{A105704B-BA49-4D07-87B6-F4DA21BCCB08}" type="presOf" srcId="{89C3629F-308D-4383-B149-699AA789DBB6}" destId="{55BC530A-9B89-42EF-ACF3-B77EDB66F5CA}" srcOrd="0" destOrd="0" presId="urn:microsoft.com/office/officeart/2018/2/layout/IconCircleList"/>
    <dgm:cxn modelId="{B09D8A98-E651-4363-B4DA-0D7E0929F961}" type="presOf" srcId="{14B2841E-A753-478E-B902-E14915CBB068}" destId="{090AFAA8-F2F3-4812-8CB7-305617D7745A}" srcOrd="0" destOrd="0" presId="urn:microsoft.com/office/officeart/2018/2/layout/IconCircleList"/>
    <dgm:cxn modelId="{BCDADE9A-10C3-4DF7-882E-66BB4579A692}" type="presOf" srcId="{64371B63-02B7-4A1A-B4AF-DBD5AF5841B6}" destId="{3503ADB4-3622-46D0-8E66-7EA9BA93DE29}" srcOrd="0" destOrd="0" presId="urn:microsoft.com/office/officeart/2018/2/layout/IconCircleList"/>
    <dgm:cxn modelId="{5887119F-E473-4BF9-834D-F4A66A08A98F}" type="presOf" srcId="{C1B3189F-60BB-4DAB-A5AA-5424AFE78099}" destId="{A8F19027-4956-4287-95DE-124243B43DC1}" srcOrd="0" destOrd="0" presId="urn:microsoft.com/office/officeart/2018/2/layout/IconCircleList"/>
    <dgm:cxn modelId="{76045DDC-D84D-4F02-A7E7-70B86E9DA7C5}" srcId="{1162451B-2D09-4EA6-99DB-56CCC9F1588E}" destId="{64371B63-02B7-4A1A-B4AF-DBD5AF5841B6}" srcOrd="1" destOrd="0" parTransId="{B3607350-10D4-49C7-A52E-2B4822A564FE}" sibTransId="{89C3629F-308D-4383-B149-699AA789DBB6}"/>
    <dgm:cxn modelId="{500C28EF-8DB6-430D-B120-BBC72F9A053D}" type="presOf" srcId="{1162451B-2D09-4EA6-99DB-56CCC9F1588E}" destId="{E44FEEF9-1D29-4780-B8EC-2BD9A2FCD6E7}" srcOrd="0" destOrd="0" presId="urn:microsoft.com/office/officeart/2018/2/layout/IconCircleList"/>
    <dgm:cxn modelId="{E3A805FE-76AD-4CAD-BFD8-2575F1102C27}" srcId="{1162451B-2D09-4EA6-99DB-56CCC9F1588E}" destId="{C1B3189F-60BB-4DAB-A5AA-5424AFE78099}" srcOrd="2" destOrd="0" parTransId="{1A60784D-6A24-4849-A7A6-1CE3B5664298}" sibTransId="{14B2841E-A753-478E-B902-E14915CBB068}"/>
    <dgm:cxn modelId="{C5914122-2BC2-4F88-8986-F52F24F8174D}" type="presParOf" srcId="{E44FEEF9-1D29-4780-B8EC-2BD9A2FCD6E7}" destId="{3C848E3F-C877-4C68-9E85-987F79198FD0}" srcOrd="0" destOrd="0" presId="urn:microsoft.com/office/officeart/2018/2/layout/IconCircleList"/>
    <dgm:cxn modelId="{652F87EC-AFDB-473F-8242-91B3A0B892B5}" type="presParOf" srcId="{3C848E3F-C877-4C68-9E85-987F79198FD0}" destId="{DD4AED27-4DEC-4C70-8AE7-B506FD93A431}" srcOrd="0" destOrd="0" presId="urn:microsoft.com/office/officeart/2018/2/layout/IconCircleList"/>
    <dgm:cxn modelId="{7AA71E39-5E23-442C-BB37-4DCCA4948CA0}" type="presParOf" srcId="{DD4AED27-4DEC-4C70-8AE7-B506FD93A431}" destId="{1DE192AB-BD18-43FF-A3A3-27A950C331AF}" srcOrd="0" destOrd="0" presId="urn:microsoft.com/office/officeart/2018/2/layout/IconCircleList"/>
    <dgm:cxn modelId="{7753A4FB-5375-457C-A2D8-7114E063C0A7}" type="presParOf" srcId="{DD4AED27-4DEC-4C70-8AE7-B506FD93A431}" destId="{6D32FE64-35E8-4A37-A80D-9021B0FC83AE}" srcOrd="1" destOrd="0" presId="urn:microsoft.com/office/officeart/2018/2/layout/IconCircleList"/>
    <dgm:cxn modelId="{1A664AF7-433E-4119-8EBB-AEFF6FD46322}" type="presParOf" srcId="{DD4AED27-4DEC-4C70-8AE7-B506FD93A431}" destId="{BDC08729-ACA9-45F6-AADE-B25425E39EC7}" srcOrd="2" destOrd="0" presId="urn:microsoft.com/office/officeart/2018/2/layout/IconCircleList"/>
    <dgm:cxn modelId="{D089BD78-07AB-4471-82C1-95DF9F2A5C45}" type="presParOf" srcId="{DD4AED27-4DEC-4C70-8AE7-B506FD93A431}" destId="{D7F6166A-B237-4608-85E9-8E2D45B0BF36}" srcOrd="3" destOrd="0" presId="urn:microsoft.com/office/officeart/2018/2/layout/IconCircleList"/>
    <dgm:cxn modelId="{117D2F12-107D-4208-8177-D2EDCFC8C524}" type="presParOf" srcId="{3C848E3F-C877-4C68-9E85-987F79198FD0}" destId="{44C955DC-9921-4D0C-8EBA-37CB9EE44F53}" srcOrd="1" destOrd="0" presId="urn:microsoft.com/office/officeart/2018/2/layout/IconCircleList"/>
    <dgm:cxn modelId="{298961C4-C6F5-4C1F-A9AB-B4C0ADCF79BF}" type="presParOf" srcId="{3C848E3F-C877-4C68-9E85-987F79198FD0}" destId="{D2EFE599-58A6-4B35-87AB-C3C5743173EA}" srcOrd="2" destOrd="0" presId="urn:microsoft.com/office/officeart/2018/2/layout/IconCircleList"/>
    <dgm:cxn modelId="{3BEC6BC7-7245-4509-BE48-C0D70817F3A8}" type="presParOf" srcId="{D2EFE599-58A6-4B35-87AB-C3C5743173EA}" destId="{8F10DE65-E53C-444E-B4D4-83AA089F904B}" srcOrd="0" destOrd="0" presId="urn:microsoft.com/office/officeart/2018/2/layout/IconCircleList"/>
    <dgm:cxn modelId="{192B4719-80C8-40B7-B181-B94FFBDD8F77}" type="presParOf" srcId="{D2EFE599-58A6-4B35-87AB-C3C5743173EA}" destId="{8F55AE22-561F-4D68-9B54-715EA9B41F93}" srcOrd="1" destOrd="0" presId="urn:microsoft.com/office/officeart/2018/2/layout/IconCircleList"/>
    <dgm:cxn modelId="{EA3C451D-350B-42DD-8DF9-4C927F06245D}" type="presParOf" srcId="{D2EFE599-58A6-4B35-87AB-C3C5743173EA}" destId="{E41E4FCB-4E0D-4009-B789-C14B3A22A2C1}" srcOrd="2" destOrd="0" presId="urn:microsoft.com/office/officeart/2018/2/layout/IconCircleList"/>
    <dgm:cxn modelId="{DE92F638-BE90-424D-B734-EE4147C6D98F}" type="presParOf" srcId="{D2EFE599-58A6-4B35-87AB-C3C5743173EA}" destId="{3503ADB4-3622-46D0-8E66-7EA9BA93DE29}" srcOrd="3" destOrd="0" presId="urn:microsoft.com/office/officeart/2018/2/layout/IconCircleList"/>
    <dgm:cxn modelId="{7560217B-CCDF-4AD1-BD25-C9476FE41D25}" type="presParOf" srcId="{3C848E3F-C877-4C68-9E85-987F79198FD0}" destId="{55BC530A-9B89-42EF-ACF3-B77EDB66F5CA}" srcOrd="3" destOrd="0" presId="urn:microsoft.com/office/officeart/2018/2/layout/IconCircleList"/>
    <dgm:cxn modelId="{AAA42415-18FB-4C96-95B3-64D7A9EB05BB}" type="presParOf" srcId="{3C848E3F-C877-4C68-9E85-987F79198FD0}" destId="{14B521BC-9404-442F-8F7F-8418A8A0D5BD}" srcOrd="4" destOrd="0" presId="urn:microsoft.com/office/officeart/2018/2/layout/IconCircleList"/>
    <dgm:cxn modelId="{B67257E0-19C0-4CE6-96CE-3E5F2E2AE89C}" type="presParOf" srcId="{14B521BC-9404-442F-8F7F-8418A8A0D5BD}" destId="{D576B99C-4140-4970-8442-3828C8910668}" srcOrd="0" destOrd="0" presId="urn:microsoft.com/office/officeart/2018/2/layout/IconCircleList"/>
    <dgm:cxn modelId="{D9BD1A69-39D2-4887-9CF5-28DB0660B652}" type="presParOf" srcId="{14B521BC-9404-442F-8F7F-8418A8A0D5BD}" destId="{F12BC727-D0C0-481F-BC9A-DD0C494F0838}" srcOrd="1" destOrd="0" presId="urn:microsoft.com/office/officeart/2018/2/layout/IconCircleList"/>
    <dgm:cxn modelId="{1ADFF4D4-E48A-4023-B10F-0FC167587F9F}" type="presParOf" srcId="{14B521BC-9404-442F-8F7F-8418A8A0D5BD}" destId="{4D40C8A8-9A50-4611-933E-0018946C9417}" srcOrd="2" destOrd="0" presId="urn:microsoft.com/office/officeart/2018/2/layout/IconCircleList"/>
    <dgm:cxn modelId="{320834B5-C492-41A8-8BD1-451042AA84DF}" type="presParOf" srcId="{14B521BC-9404-442F-8F7F-8418A8A0D5BD}" destId="{A8F19027-4956-4287-95DE-124243B43DC1}" srcOrd="3" destOrd="0" presId="urn:microsoft.com/office/officeart/2018/2/layout/IconCircleList"/>
    <dgm:cxn modelId="{2BAD5D8B-1500-46D7-8AFD-4592AD1AE198}" type="presParOf" srcId="{3C848E3F-C877-4C68-9E85-987F79198FD0}" destId="{090AFAA8-F2F3-4812-8CB7-305617D7745A}" srcOrd="5" destOrd="0" presId="urn:microsoft.com/office/officeart/2018/2/layout/IconCircleList"/>
    <dgm:cxn modelId="{AA7B3F71-FA26-46A9-86D6-E014DBAF6138}" type="presParOf" srcId="{3C848E3F-C877-4C68-9E85-987F79198FD0}" destId="{A04B4EBE-2B26-48CB-A34B-474FBEE26941}" srcOrd="6" destOrd="0" presId="urn:microsoft.com/office/officeart/2018/2/layout/IconCircleList"/>
    <dgm:cxn modelId="{201C4D75-3DC9-4174-9DBF-0DAB5761B6B6}" type="presParOf" srcId="{A04B4EBE-2B26-48CB-A34B-474FBEE26941}" destId="{C956B690-8407-4DEB-8559-FC696C8F9B69}" srcOrd="0" destOrd="0" presId="urn:microsoft.com/office/officeart/2018/2/layout/IconCircleList"/>
    <dgm:cxn modelId="{276B93B3-0C63-435B-A41F-962C43565EFD}" type="presParOf" srcId="{A04B4EBE-2B26-48CB-A34B-474FBEE26941}" destId="{D054BC25-A58E-4792-8192-DCAD364B3812}" srcOrd="1" destOrd="0" presId="urn:microsoft.com/office/officeart/2018/2/layout/IconCircleList"/>
    <dgm:cxn modelId="{C4664FB0-7DB5-455B-82EB-38A790C21A65}" type="presParOf" srcId="{A04B4EBE-2B26-48CB-A34B-474FBEE26941}" destId="{13E3F00D-BB5E-4903-B3B7-36EE986F2571}" srcOrd="2" destOrd="0" presId="urn:microsoft.com/office/officeart/2018/2/layout/IconCircleList"/>
    <dgm:cxn modelId="{FA495EA9-1F95-46B9-A63F-594FB4F66CB5}" type="presParOf" srcId="{A04B4EBE-2B26-48CB-A34B-474FBEE26941}" destId="{C9432C09-D563-4006-B661-C294F6E779B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5DBEB7-3ED5-4916-A2A0-A9088CFBC00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FEDCC1-7A3D-4AA0-9778-4D6B723FA3DB}">
      <dgm:prSet/>
      <dgm:spPr/>
      <dgm:t>
        <a:bodyPr/>
        <a:lstStyle/>
        <a:p>
          <a:r>
            <a:rPr lang="en-US" b="1"/>
            <a:t>Circuito do CONTEÚDO (fábrica da trilha)</a:t>
          </a:r>
          <a:endParaRPr lang="en-US"/>
        </a:p>
      </dgm:t>
    </dgm:pt>
    <dgm:pt modelId="{306EDA43-BC45-41C9-A4A6-B8BF699161BC}" type="parTrans" cxnId="{17D0C1DC-DF24-4A90-9FA5-130EE5F10FE2}">
      <dgm:prSet/>
      <dgm:spPr/>
      <dgm:t>
        <a:bodyPr/>
        <a:lstStyle/>
        <a:p>
          <a:endParaRPr lang="en-US"/>
        </a:p>
      </dgm:t>
    </dgm:pt>
    <dgm:pt modelId="{8F760C09-E0A3-4A4C-8056-50F5319AE1FE}" type="sibTrans" cxnId="{17D0C1DC-DF24-4A90-9FA5-130EE5F10FE2}">
      <dgm:prSet/>
      <dgm:spPr/>
      <dgm:t>
        <a:bodyPr/>
        <a:lstStyle/>
        <a:p>
          <a:endParaRPr lang="en-US"/>
        </a:p>
      </dgm:t>
    </dgm:pt>
    <dgm:pt modelId="{D33281E9-F3D5-4260-A60B-489EB2FCEE2B}">
      <dgm:prSet/>
      <dgm:spPr/>
      <dgm:t>
        <a:bodyPr/>
        <a:lstStyle/>
        <a:p>
          <a:r>
            <a:rPr lang="en-US"/>
            <a:t>Planejar → Delegar → Produzir → Revisar → Publicar</a:t>
          </a:r>
        </a:p>
      </dgm:t>
    </dgm:pt>
    <dgm:pt modelId="{833623FC-E77C-4E2E-9EF8-492CDBBA6DDE}" type="parTrans" cxnId="{7BFADA89-B5AB-4890-A85F-422EAB8A94D4}">
      <dgm:prSet/>
      <dgm:spPr/>
      <dgm:t>
        <a:bodyPr/>
        <a:lstStyle/>
        <a:p>
          <a:endParaRPr lang="en-US"/>
        </a:p>
      </dgm:t>
    </dgm:pt>
    <dgm:pt modelId="{5B37D3AB-6EAD-4237-BAA7-6630607EAB4A}" type="sibTrans" cxnId="{7BFADA89-B5AB-4890-A85F-422EAB8A94D4}">
      <dgm:prSet/>
      <dgm:spPr/>
      <dgm:t>
        <a:bodyPr/>
        <a:lstStyle/>
        <a:p>
          <a:endParaRPr lang="en-US"/>
        </a:p>
      </dgm:t>
    </dgm:pt>
    <dgm:pt modelId="{E0451298-A78F-4391-9CC3-9C58255F2CFB}">
      <dgm:prSet/>
      <dgm:spPr/>
      <dgm:t>
        <a:bodyPr/>
        <a:lstStyle/>
        <a:p>
          <a:r>
            <a:rPr lang="en-US" b="1"/>
            <a:t>Circuito da PESSOA (jornada de onboarding)</a:t>
          </a:r>
          <a:endParaRPr lang="en-US"/>
        </a:p>
      </dgm:t>
    </dgm:pt>
    <dgm:pt modelId="{73718F74-7918-4B6C-A563-450CED710697}" type="parTrans" cxnId="{CBF11DEB-DD10-4764-A061-94454059AE80}">
      <dgm:prSet/>
      <dgm:spPr/>
      <dgm:t>
        <a:bodyPr/>
        <a:lstStyle/>
        <a:p>
          <a:endParaRPr lang="en-US"/>
        </a:p>
      </dgm:t>
    </dgm:pt>
    <dgm:pt modelId="{F8EDFA79-EFF8-4B96-AEDD-2FAF89E8F44E}" type="sibTrans" cxnId="{CBF11DEB-DD10-4764-A061-94454059AE80}">
      <dgm:prSet/>
      <dgm:spPr/>
      <dgm:t>
        <a:bodyPr/>
        <a:lstStyle/>
        <a:p>
          <a:endParaRPr lang="en-US"/>
        </a:p>
      </dgm:t>
    </dgm:pt>
    <dgm:pt modelId="{0B7F14B7-A8C6-4465-9CA2-046D98D54A8C}">
      <dgm:prSet/>
      <dgm:spPr/>
      <dgm:t>
        <a:bodyPr/>
        <a:lstStyle/>
        <a:p>
          <a:r>
            <a:rPr lang="en-US"/>
            <a:t>Acessos → Base CDF → Imersão no projeto → Prática → EVAL-01</a:t>
          </a:r>
        </a:p>
      </dgm:t>
    </dgm:pt>
    <dgm:pt modelId="{C61419DB-01DA-4E69-97A2-4776B583F884}" type="parTrans" cxnId="{B5CA5A24-5F18-40AD-A034-BBC27341F7E6}">
      <dgm:prSet/>
      <dgm:spPr/>
      <dgm:t>
        <a:bodyPr/>
        <a:lstStyle/>
        <a:p>
          <a:endParaRPr lang="en-US"/>
        </a:p>
      </dgm:t>
    </dgm:pt>
    <dgm:pt modelId="{0185582A-9F60-4E95-9270-B3E99BCDF9CD}" type="sibTrans" cxnId="{B5CA5A24-5F18-40AD-A034-BBC27341F7E6}">
      <dgm:prSet/>
      <dgm:spPr/>
      <dgm:t>
        <a:bodyPr/>
        <a:lstStyle/>
        <a:p>
          <a:endParaRPr lang="en-US"/>
        </a:p>
      </dgm:t>
    </dgm:pt>
    <dgm:pt modelId="{BD63429B-F65D-449A-AE4E-DF1C59098754}">
      <dgm:prSet/>
      <dgm:spPr/>
      <dgm:t>
        <a:bodyPr/>
        <a:lstStyle/>
        <a:p>
          <a:r>
            <a:rPr lang="en-US" dirty="0"/>
            <a:t>•  </a:t>
          </a:r>
          <a:r>
            <a:rPr lang="en-US" dirty="0" err="1"/>
            <a:t>Publicar</a:t>
          </a:r>
          <a:r>
            <a:rPr lang="en-US" dirty="0"/>
            <a:t> </a:t>
          </a:r>
          <a:r>
            <a:rPr lang="en-US" dirty="0" err="1"/>
            <a:t>sem</a:t>
          </a:r>
          <a:r>
            <a:rPr lang="en-US" dirty="0"/>
            <a:t> </a:t>
          </a:r>
          <a:r>
            <a:rPr lang="en-US" dirty="0" err="1"/>
            <a:t>revisão</a:t>
          </a:r>
          <a:r>
            <a:rPr lang="en-US" dirty="0"/>
            <a:t> </a:t>
          </a:r>
          <a:r>
            <a:rPr lang="en-US" dirty="0" err="1"/>
            <a:t>ou</a:t>
          </a:r>
          <a:r>
            <a:rPr lang="en-US" dirty="0"/>
            <a:t> </a:t>
          </a:r>
          <a:r>
            <a:rPr lang="en-US" dirty="0" err="1"/>
            <a:t>liberar</a:t>
          </a:r>
          <a:r>
            <a:rPr lang="en-US" dirty="0"/>
            <a:t> </a:t>
          </a:r>
          <a:r>
            <a:rPr lang="en-US" dirty="0" err="1"/>
            <a:t>sem</a:t>
          </a:r>
          <a:r>
            <a:rPr lang="en-US" dirty="0"/>
            <a:t> </a:t>
          </a:r>
          <a:r>
            <a:rPr lang="en-US" dirty="0" err="1"/>
            <a:t>evidência</a:t>
          </a:r>
          <a:r>
            <a:rPr lang="en-US" dirty="0"/>
            <a:t> </a:t>
          </a:r>
          <a:r>
            <a:rPr lang="en-US" dirty="0" err="1"/>
            <a:t>quebra</a:t>
          </a:r>
          <a:r>
            <a:rPr lang="en-US" dirty="0"/>
            <a:t> o </a:t>
          </a:r>
          <a:r>
            <a:rPr lang="en-US" dirty="0" err="1"/>
            <a:t>modelo</a:t>
          </a:r>
          <a:endParaRPr lang="en-US" dirty="0"/>
        </a:p>
      </dgm:t>
    </dgm:pt>
    <dgm:pt modelId="{8360515B-91CB-4980-A24D-8B4F6CD2C273}" type="parTrans" cxnId="{3F201095-3A13-4951-BCDA-0D581A78013B}">
      <dgm:prSet/>
      <dgm:spPr/>
      <dgm:t>
        <a:bodyPr/>
        <a:lstStyle/>
        <a:p>
          <a:endParaRPr lang="en-US"/>
        </a:p>
      </dgm:t>
    </dgm:pt>
    <dgm:pt modelId="{21ED2EFD-9E27-4141-A6A1-4896C2FF5DFD}" type="sibTrans" cxnId="{3F201095-3A13-4951-BCDA-0D581A78013B}">
      <dgm:prSet/>
      <dgm:spPr/>
      <dgm:t>
        <a:bodyPr/>
        <a:lstStyle/>
        <a:p>
          <a:endParaRPr lang="en-US"/>
        </a:p>
      </dgm:t>
    </dgm:pt>
    <dgm:pt modelId="{1A3B202D-6A41-4800-8B4E-40B6BF884ACC}" type="pres">
      <dgm:prSet presAssocID="{F15DBEB7-3ED5-4916-A2A0-A9088CFBC003}" presName="linear" presStyleCnt="0">
        <dgm:presLayoutVars>
          <dgm:animLvl val="lvl"/>
          <dgm:resizeHandles val="exact"/>
        </dgm:presLayoutVars>
      </dgm:prSet>
      <dgm:spPr/>
    </dgm:pt>
    <dgm:pt modelId="{97702C96-5FAB-4101-BFD6-334C3864576B}" type="pres">
      <dgm:prSet presAssocID="{DDFEDCC1-7A3D-4AA0-9778-4D6B723FA3D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2FA361-445D-4264-A6CC-1FF2F8B849D3}" type="pres">
      <dgm:prSet presAssocID="{DDFEDCC1-7A3D-4AA0-9778-4D6B723FA3DB}" presName="childText" presStyleLbl="revTx" presStyleIdx="0" presStyleCnt="2">
        <dgm:presLayoutVars>
          <dgm:bulletEnabled val="1"/>
        </dgm:presLayoutVars>
      </dgm:prSet>
      <dgm:spPr/>
    </dgm:pt>
    <dgm:pt modelId="{9FD1328D-E139-4409-A300-1C9102C0B811}" type="pres">
      <dgm:prSet presAssocID="{E0451298-A78F-4391-9CC3-9C58255F2C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6540AE-5179-4A0E-8524-55363BB764B6}" type="pres">
      <dgm:prSet presAssocID="{E0451298-A78F-4391-9CC3-9C58255F2CFB}" presName="childText" presStyleLbl="revTx" presStyleIdx="1" presStyleCnt="2">
        <dgm:presLayoutVars>
          <dgm:bulletEnabled val="1"/>
        </dgm:presLayoutVars>
      </dgm:prSet>
      <dgm:spPr/>
    </dgm:pt>
    <dgm:pt modelId="{437A9B67-DAC4-404D-B727-860CA8A11646}" type="pres">
      <dgm:prSet presAssocID="{BD63429B-F65D-449A-AE4E-DF1C59098754}" presName="parentText" presStyleLbl="node1" presStyleIdx="2" presStyleCnt="3" custLinFactY="98362" custLinFactNeighborX="-254" custLinFactNeighborY="100000">
        <dgm:presLayoutVars>
          <dgm:chMax val="0"/>
          <dgm:bulletEnabled val="1"/>
        </dgm:presLayoutVars>
      </dgm:prSet>
      <dgm:spPr/>
    </dgm:pt>
  </dgm:ptLst>
  <dgm:cxnLst>
    <dgm:cxn modelId="{948B900E-1B8A-40A3-BBA3-DCF9189EAB29}" type="presOf" srcId="{D33281E9-F3D5-4260-A60B-489EB2FCEE2B}" destId="{1F2FA361-445D-4264-A6CC-1FF2F8B849D3}" srcOrd="0" destOrd="0" presId="urn:microsoft.com/office/officeart/2005/8/layout/vList2"/>
    <dgm:cxn modelId="{C1453814-3994-40BA-9BE9-3CD50ECADDD8}" type="presOf" srcId="{0B7F14B7-A8C6-4465-9CA2-046D98D54A8C}" destId="{1E6540AE-5179-4A0E-8524-55363BB764B6}" srcOrd="0" destOrd="0" presId="urn:microsoft.com/office/officeart/2005/8/layout/vList2"/>
    <dgm:cxn modelId="{B5CA5A24-5F18-40AD-A034-BBC27341F7E6}" srcId="{E0451298-A78F-4391-9CC3-9C58255F2CFB}" destId="{0B7F14B7-A8C6-4465-9CA2-046D98D54A8C}" srcOrd="0" destOrd="0" parTransId="{C61419DB-01DA-4E69-97A2-4776B583F884}" sibTransId="{0185582A-9F60-4E95-9270-B3E99BCDF9CD}"/>
    <dgm:cxn modelId="{D4F63148-37A8-4A4D-84E2-EE5924F415D6}" type="presOf" srcId="{E0451298-A78F-4391-9CC3-9C58255F2CFB}" destId="{9FD1328D-E139-4409-A300-1C9102C0B811}" srcOrd="0" destOrd="0" presId="urn:microsoft.com/office/officeart/2005/8/layout/vList2"/>
    <dgm:cxn modelId="{7BFADA89-B5AB-4890-A85F-422EAB8A94D4}" srcId="{DDFEDCC1-7A3D-4AA0-9778-4D6B723FA3DB}" destId="{D33281E9-F3D5-4260-A60B-489EB2FCEE2B}" srcOrd="0" destOrd="0" parTransId="{833623FC-E77C-4E2E-9EF8-492CDBBA6DDE}" sibTransId="{5B37D3AB-6EAD-4237-BAA7-6630607EAB4A}"/>
    <dgm:cxn modelId="{6254AA8C-A139-491E-864D-2E8186C57D0D}" type="presOf" srcId="{DDFEDCC1-7A3D-4AA0-9778-4D6B723FA3DB}" destId="{97702C96-5FAB-4101-BFD6-334C3864576B}" srcOrd="0" destOrd="0" presId="urn:microsoft.com/office/officeart/2005/8/layout/vList2"/>
    <dgm:cxn modelId="{3F201095-3A13-4951-BCDA-0D581A78013B}" srcId="{F15DBEB7-3ED5-4916-A2A0-A9088CFBC003}" destId="{BD63429B-F65D-449A-AE4E-DF1C59098754}" srcOrd="2" destOrd="0" parTransId="{8360515B-91CB-4980-A24D-8B4F6CD2C273}" sibTransId="{21ED2EFD-9E27-4141-A6A1-4896C2FF5DFD}"/>
    <dgm:cxn modelId="{D160E198-FE2C-48A3-93C2-F9860629C608}" type="presOf" srcId="{BD63429B-F65D-449A-AE4E-DF1C59098754}" destId="{437A9B67-DAC4-404D-B727-860CA8A11646}" srcOrd="0" destOrd="0" presId="urn:microsoft.com/office/officeart/2005/8/layout/vList2"/>
    <dgm:cxn modelId="{E636D1D2-00D8-4D91-BF52-814F2FE75C2C}" type="presOf" srcId="{F15DBEB7-3ED5-4916-A2A0-A9088CFBC003}" destId="{1A3B202D-6A41-4800-8B4E-40B6BF884ACC}" srcOrd="0" destOrd="0" presId="urn:microsoft.com/office/officeart/2005/8/layout/vList2"/>
    <dgm:cxn modelId="{17D0C1DC-DF24-4A90-9FA5-130EE5F10FE2}" srcId="{F15DBEB7-3ED5-4916-A2A0-A9088CFBC003}" destId="{DDFEDCC1-7A3D-4AA0-9778-4D6B723FA3DB}" srcOrd="0" destOrd="0" parTransId="{306EDA43-BC45-41C9-A4A6-B8BF699161BC}" sibTransId="{8F760C09-E0A3-4A4C-8056-50F5319AE1FE}"/>
    <dgm:cxn modelId="{CBF11DEB-DD10-4764-A061-94454059AE80}" srcId="{F15DBEB7-3ED5-4916-A2A0-A9088CFBC003}" destId="{E0451298-A78F-4391-9CC3-9C58255F2CFB}" srcOrd="1" destOrd="0" parTransId="{73718F74-7918-4B6C-A563-450CED710697}" sibTransId="{F8EDFA79-EFF8-4B96-AEDD-2FAF89E8F44E}"/>
    <dgm:cxn modelId="{461DAAE7-E06C-4871-9BC7-332685540919}" type="presParOf" srcId="{1A3B202D-6A41-4800-8B4E-40B6BF884ACC}" destId="{97702C96-5FAB-4101-BFD6-334C3864576B}" srcOrd="0" destOrd="0" presId="urn:microsoft.com/office/officeart/2005/8/layout/vList2"/>
    <dgm:cxn modelId="{284421E3-323E-4F50-959B-C1FCDF6D4F23}" type="presParOf" srcId="{1A3B202D-6A41-4800-8B4E-40B6BF884ACC}" destId="{1F2FA361-445D-4264-A6CC-1FF2F8B849D3}" srcOrd="1" destOrd="0" presId="urn:microsoft.com/office/officeart/2005/8/layout/vList2"/>
    <dgm:cxn modelId="{9C68CC37-AEFE-4000-8266-A362FDA3D3B9}" type="presParOf" srcId="{1A3B202D-6A41-4800-8B4E-40B6BF884ACC}" destId="{9FD1328D-E139-4409-A300-1C9102C0B811}" srcOrd="2" destOrd="0" presId="urn:microsoft.com/office/officeart/2005/8/layout/vList2"/>
    <dgm:cxn modelId="{E457DA65-B73E-45D7-8DB4-A1C47E10B947}" type="presParOf" srcId="{1A3B202D-6A41-4800-8B4E-40B6BF884ACC}" destId="{1E6540AE-5179-4A0E-8524-55363BB764B6}" srcOrd="3" destOrd="0" presId="urn:microsoft.com/office/officeart/2005/8/layout/vList2"/>
    <dgm:cxn modelId="{F5EA74A6-B380-4A3E-8A54-EBFA5B01B522}" type="presParOf" srcId="{1A3B202D-6A41-4800-8B4E-40B6BF884ACC}" destId="{437A9B67-DAC4-404D-B727-860CA8A1164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487A62-15D7-4DC1-B00B-24CB5CEB4597}" type="doc">
      <dgm:prSet loTypeId="urn:microsoft.com/office/officeart/2005/8/layout/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5B552CB-17B2-4C99-82C3-B402D2DB69A1}">
      <dgm:prSet/>
      <dgm:spPr/>
      <dgm:t>
        <a:bodyPr/>
        <a:lstStyle/>
        <a:p>
          <a:r>
            <a:rPr lang="en-US" dirty="0"/>
            <a:t>Pré-onboarding — </a:t>
          </a:r>
          <a:r>
            <a:rPr lang="en-US" dirty="0" err="1"/>
            <a:t>acessos</a:t>
          </a:r>
          <a:r>
            <a:rPr lang="en-US" dirty="0"/>
            <a:t> e ferramentas</a:t>
          </a:r>
        </a:p>
      </dgm:t>
    </dgm:pt>
    <dgm:pt modelId="{F6CEFD3F-C306-4740-9D3A-51916CB7E33C}" type="parTrans" cxnId="{5AE65B45-CA08-4EC3-97F8-4511436722E5}">
      <dgm:prSet/>
      <dgm:spPr/>
      <dgm:t>
        <a:bodyPr/>
        <a:lstStyle/>
        <a:p>
          <a:endParaRPr lang="en-US"/>
        </a:p>
      </dgm:t>
    </dgm:pt>
    <dgm:pt modelId="{F5E06C78-868F-4E4B-8E14-69A0E0181045}" type="sibTrans" cxnId="{5AE65B45-CA08-4EC3-97F8-4511436722E5}">
      <dgm:prSet/>
      <dgm:spPr/>
      <dgm:t>
        <a:bodyPr/>
        <a:lstStyle/>
        <a:p>
          <a:endParaRPr lang="en-US"/>
        </a:p>
      </dgm:t>
    </dgm:pt>
    <dgm:pt modelId="{1DCB5811-3D68-48B4-987B-C90EE91A2227}">
      <dgm:prSet/>
      <dgm:spPr/>
      <dgm:t>
        <a:bodyPr/>
        <a:lstStyle/>
        <a:p>
          <a:r>
            <a:rPr lang="en-US" dirty="0"/>
            <a:t>Onboarding </a:t>
          </a:r>
          <a:r>
            <a:rPr lang="en-US" dirty="0" err="1"/>
            <a:t>geral</a:t>
          </a:r>
          <a:r>
            <a:rPr lang="en-US" dirty="0"/>
            <a:t> — </a:t>
          </a:r>
          <a:r>
            <a:rPr lang="en-US" dirty="0" err="1"/>
            <a:t>empresa</a:t>
          </a:r>
          <a:r>
            <a:rPr lang="en-US" dirty="0"/>
            <a:t> e </a:t>
          </a:r>
          <a:r>
            <a:rPr lang="en-US" dirty="0" err="1"/>
            <a:t>cliente</a:t>
          </a:r>
          <a:endParaRPr lang="en-US" dirty="0"/>
        </a:p>
      </dgm:t>
    </dgm:pt>
    <dgm:pt modelId="{30E1B676-04E6-4AC5-9E91-7E4DC26635A6}" type="parTrans" cxnId="{697810AA-1C9A-495E-8022-F6536B141E10}">
      <dgm:prSet/>
      <dgm:spPr/>
      <dgm:t>
        <a:bodyPr/>
        <a:lstStyle/>
        <a:p>
          <a:endParaRPr lang="en-US"/>
        </a:p>
      </dgm:t>
    </dgm:pt>
    <dgm:pt modelId="{DC3DFB9F-06F9-424C-BE59-F854F850F0DC}" type="sibTrans" cxnId="{697810AA-1C9A-495E-8022-F6536B141E10}">
      <dgm:prSet/>
      <dgm:spPr/>
      <dgm:t>
        <a:bodyPr/>
        <a:lstStyle/>
        <a:p>
          <a:endParaRPr lang="en-US"/>
        </a:p>
      </dgm:t>
    </dgm:pt>
    <dgm:pt modelId="{0DCF2B4E-692A-4E59-976B-5DFEE1DF5AC5}">
      <dgm:prSet/>
      <dgm:spPr/>
      <dgm:t>
        <a:bodyPr/>
        <a:lstStyle/>
        <a:p>
          <a:r>
            <a:rPr lang="en-US" dirty="0"/>
            <a:t>Base </a:t>
          </a:r>
          <a:r>
            <a:rPr lang="en-US" dirty="0" err="1"/>
            <a:t>técnica</a:t>
          </a:r>
          <a:r>
            <a:rPr lang="en-US" dirty="0"/>
            <a:t> CDF — </a:t>
          </a:r>
          <a:r>
            <a:rPr lang="en-US" dirty="0" err="1"/>
            <a:t>vídeos</a:t>
          </a:r>
          <a:r>
            <a:rPr lang="en-US" dirty="0"/>
            <a:t> V00–V12 + notebooks</a:t>
          </a:r>
        </a:p>
      </dgm:t>
    </dgm:pt>
    <dgm:pt modelId="{19A0BE2B-D57A-430E-A5B0-2F7F81866186}" type="parTrans" cxnId="{9D6E6CA5-2034-493A-8FCF-8527C56D2A57}">
      <dgm:prSet/>
      <dgm:spPr/>
      <dgm:t>
        <a:bodyPr/>
        <a:lstStyle/>
        <a:p>
          <a:endParaRPr lang="en-US"/>
        </a:p>
      </dgm:t>
    </dgm:pt>
    <dgm:pt modelId="{4A4B14B5-7EF9-4887-9228-014EFBAD249F}" type="sibTrans" cxnId="{9D6E6CA5-2034-493A-8FCF-8527C56D2A57}">
      <dgm:prSet/>
      <dgm:spPr/>
      <dgm:t>
        <a:bodyPr/>
        <a:lstStyle/>
        <a:p>
          <a:endParaRPr lang="en-US"/>
        </a:p>
      </dgm:t>
    </dgm:pt>
    <dgm:pt modelId="{61E9F303-F8D6-4F4C-9F0B-5A67F0620BD3}">
      <dgm:prSet/>
      <dgm:spPr/>
      <dgm:t>
        <a:bodyPr/>
        <a:lstStyle/>
        <a:p>
          <a:r>
            <a:rPr lang="en-US" dirty="0" err="1"/>
            <a:t>Imersão</a:t>
          </a:r>
          <a:r>
            <a:rPr lang="en-US" dirty="0"/>
            <a:t> no </a:t>
          </a:r>
          <a:r>
            <a:rPr lang="en-US" dirty="0" err="1"/>
            <a:t>projeto</a:t>
          </a:r>
          <a:r>
            <a:rPr lang="en-US" dirty="0"/>
            <a:t> — </a:t>
          </a:r>
          <a:r>
            <a:rPr lang="en-US" dirty="0" err="1"/>
            <a:t>domínio</a:t>
          </a:r>
          <a:r>
            <a:rPr lang="en-US" dirty="0"/>
            <a:t>, </a:t>
          </a:r>
          <a:r>
            <a:rPr lang="en-US" dirty="0" err="1"/>
            <a:t>arquitetura</a:t>
          </a:r>
          <a:r>
            <a:rPr lang="en-US" dirty="0"/>
            <a:t>, dados</a:t>
          </a:r>
        </a:p>
      </dgm:t>
    </dgm:pt>
    <dgm:pt modelId="{4225FAE3-54B9-4A93-9C4F-776469DB5BA7}" type="parTrans" cxnId="{B795BFB6-BF15-4C51-8D0F-49CA593FEFB0}">
      <dgm:prSet/>
      <dgm:spPr/>
      <dgm:t>
        <a:bodyPr/>
        <a:lstStyle/>
        <a:p>
          <a:endParaRPr lang="en-US"/>
        </a:p>
      </dgm:t>
    </dgm:pt>
    <dgm:pt modelId="{AD018C6D-E94E-4998-9067-713C4D8095B9}" type="sibTrans" cxnId="{B795BFB6-BF15-4C51-8D0F-49CA593FEFB0}">
      <dgm:prSet/>
      <dgm:spPr/>
      <dgm:t>
        <a:bodyPr/>
        <a:lstStyle/>
        <a:p>
          <a:endParaRPr lang="en-US"/>
        </a:p>
      </dgm:t>
    </dgm:pt>
    <dgm:pt modelId="{E0348298-FDAE-4B7D-93E0-AC60509D9BA8}">
      <dgm:prSet/>
      <dgm:spPr/>
      <dgm:t>
        <a:bodyPr/>
        <a:lstStyle/>
        <a:p>
          <a:r>
            <a:rPr lang="en-US" dirty="0" err="1"/>
            <a:t>Prática</a:t>
          </a:r>
          <a:r>
            <a:rPr lang="en-US" dirty="0"/>
            <a:t> </a:t>
          </a:r>
          <a:r>
            <a:rPr lang="en-US" dirty="0" err="1"/>
            <a:t>guiada</a:t>
          </a:r>
          <a:r>
            <a:rPr lang="en-US" dirty="0"/>
            <a:t> — </a:t>
          </a:r>
          <a:r>
            <a:rPr lang="en-US" dirty="0" err="1"/>
            <a:t>demanda</a:t>
          </a:r>
          <a:r>
            <a:rPr lang="en-US" dirty="0"/>
            <a:t> </a:t>
          </a:r>
          <a:r>
            <a:rPr lang="en-US" dirty="0" err="1"/>
            <a:t>segura</a:t>
          </a:r>
          <a:r>
            <a:rPr lang="en-US" dirty="0"/>
            <a:t> com </a:t>
          </a:r>
          <a:r>
            <a:rPr lang="en-US" dirty="0" err="1"/>
            <a:t>aceite</a:t>
          </a:r>
          <a:endParaRPr lang="en-US" dirty="0"/>
        </a:p>
      </dgm:t>
    </dgm:pt>
    <dgm:pt modelId="{25890E8A-2E5B-4498-AB96-D89C52CD73BE}" type="parTrans" cxnId="{B13A03B9-614B-4A8B-8414-F2AC11AA0EE9}">
      <dgm:prSet/>
      <dgm:spPr/>
      <dgm:t>
        <a:bodyPr/>
        <a:lstStyle/>
        <a:p>
          <a:endParaRPr lang="en-US"/>
        </a:p>
      </dgm:t>
    </dgm:pt>
    <dgm:pt modelId="{2CB72506-25AC-4422-AC46-BE070EF55FB6}" type="sibTrans" cxnId="{B13A03B9-614B-4A8B-8414-F2AC11AA0EE9}">
      <dgm:prSet/>
      <dgm:spPr/>
      <dgm:t>
        <a:bodyPr/>
        <a:lstStyle/>
        <a:p>
          <a:endParaRPr lang="en-US"/>
        </a:p>
      </dgm:t>
    </dgm:pt>
    <dgm:pt modelId="{D70AD599-8D0F-4827-A8CE-3C5ED95D244D}">
      <dgm:prSet/>
      <dgm:spPr/>
      <dgm:t>
        <a:bodyPr/>
        <a:lstStyle/>
        <a:p>
          <a:r>
            <a:rPr lang="en-US" dirty="0" err="1"/>
            <a:t>Fechamento</a:t>
          </a:r>
          <a:r>
            <a:rPr lang="en-US" dirty="0"/>
            <a:t> — demo EVAL-01, </a:t>
          </a:r>
          <a:r>
            <a:rPr lang="en-US" dirty="0" err="1"/>
            <a:t>rubrica</a:t>
          </a:r>
          <a:r>
            <a:rPr lang="en-US" dirty="0"/>
            <a:t> e handoff</a:t>
          </a:r>
        </a:p>
      </dgm:t>
    </dgm:pt>
    <dgm:pt modelId="{8204EF07-6FE9-4762-9A0C-C12C4FE06E52}" type="parTrans" cxnId="{5B05BDA1-3B5E-466C-8420-4E8A0949A57B}">
      <dgm:prSet/>
      <dgm:spPr/>
      <dgm:t>
        <a:bodyPr/>
        <a:lstStyle/>
        <a:p>
          <a:endParaRPr lang="en-US"/>
        </a:p>
      </dgm:t>
    </dgm:pt>
    <dgm:pt modelId="{2D0B05CC-0F95-48C7-A7EF-236410754F57}" type="sibTrans" cxnId="{5B05BDA1-3B5E-466C-8420-4E8A0949A57B}">
      <dgm:prSet/>
      <dgm:spPr/>
      <dgm:t>
        <a:bodyPr/>
        <a:lstStyle/>
        <a:p>
          <a:endParaRPr lang="en-US"/>
        </a:p>
      </dgm:t>
    </dgm:pt>
    <dgm:pt modelId="{E4DE1814-079B-4F1F-9770-C0C5439747CA}" type="pres">
      <dgm:prSet presAssocID="{9A487A62-15D7-4DC1-B00B-24CB5CEB4597}" presName="diagram" presStyleCnt="0">
        <dgm:presLayoutVars>
          <dgm:dir/>
          <dgm:resizeHandles val="exact"/>
        </dgm:presLayoutVars>
      </dgm:prSet>
      <dgm:spPr/>
    </dgm:pt>
    <dgm:pt modelId="{D9B19E4E-EB7D-4EFA-A6EE-ED54630600C8}" type="pres">
      <dgm:prSet presAssocID="{85B552CB-17B2-4C99-82C3-B402D2DB69A1}" presName="node" presStyleLbl="node1" presStyleIdx="0" presStyleCnt="6">
        <dgm:presLayoutVars>
          <dgm:bulletEnabled val="1"/>
        </dgm:presLayoutVars>
      </dgm:prSet>
      <dgm:spPr/>
    </dgm:pt>
    <dgm:pt modelId="{3525B404-7EA6-4D65-98CD-BBFA5FCF72F8}" type="pres">
      <dgm:prSet presAssocID="{F5E06C78-868F-4E4B-8E14-69A0E0181045}" presName="sibTrans" presStyleLbl="sibTrans2D1" presStyleIdx="0" presStyleCnt="5"/>
      <dgm:spPr/>
    </dgm:pt>
    <dgm:pt modelId="{DEEEF590-61DA-4CD9-A15F-ECDCE4489396}" type="pres">
      <dgm:prSet presAssocID="{F5E06C78-868F-4E4B-8E14-69A0E0181045}" presName="connectorText" presStyleLbl="sibTrans2D1" presStyleIdx="0" presStyleCnt="5"/>
      <dgm:spPr/>
    </dgm:pt>
    <dgm:pt modelId="{48960756-61CC-41A0-A454-D5E9D5D902D7}" type="pres">
      <dgm:prSet presAssocID="{1DCB5811-3D68-48B4-987B-C90EE91A2227}" presName="node" presStyleLbl="node1" presStyleIdx="1" presStyleCnt="6">
        <dgm:presLayoutVars>
          <dgm:bulletEnabled val="1"/>
        </dgm:presLayoutVars>
      </dgm:prSet>
      <dgm:spPr/>
    </dgm:pt>
    <dgm:pt modelId="{6F25EEA2-8E13-491A-91A7-FD6F704535C3}" type="pres">
      <dgm:prSet presAssocID="{DC3DFB9F-06F9-424C-BE59-F854F850F0DC}" presName="sibTrans" presStyleLbl="sibTrans2D1" presStyleIdx="1" presStyleCnt="5"/>
      <dgm:spPr/>
    </dgm:pt>
    <dgm:pt modelId="{667389E6-AF02-4C85-B618-DBBD2BF3D66E}" type="pres">
      <dgm:prSet presAssocID="{DC3DFB9F-06F9-424C-BE59-F854F850F0DC}" presName="connectorText" presStyleLbl="sibTrans2D1" presStyleIdx="1" presStyleCnt="5"/>
      <dgm:spPr/>
    </dgm:pt>
    <dgm:pt modelId="{7515C996-FB59-4184-8519-03BA4695643E}" type="pres">
      <dgm:prSet presAssocID="{0DCF2B4E-692A-4E59-976B-5DFEE1DF5AC5}" presName="node" presStyleLbl="node1" presStyleIdx="2" presStyleCnt="6">
        <dgm:presLayoutVars>
          <dgm:bulletEnabled val="1"/>
        </dgm:presLayoutVars>
      </dgm:prSet>
      <dgm:spPr/>
    </dgm:pt>
    <dgm:pt modelId="{A7D632E0-34F3-420D-A5E1-5A2776941599}" type="pres">
      <dgm:prSet presAssocID="{4A4B14B5-7EF9-4887-9228-014EFBAD249F}" presName="sibTrans" presStyleLbl="sibTrans2D1" presStyleIdx="2" presStyleCnt="5"/>
      <dgm:spPr/>
    </dgm:pt>
    <dgm:pt modelId="{E982B5A9-A389-4B93-9F08-09AFD6FAB3C7}" type="pres">
      <dgm:prSet presAssocID="{4A4B14B5-7EF9-4887-9228-014EFBAD249F}" presName="connectorText" presStyleLbl="sibTrans2D1" presStyleIdx="2" presStyleCnt="5"/>
      <dgm:spPr/>
    </dgm:pt>
    <dgm:pt modelId="{FDFB9F33-87F1-498E-9460-7C9A267089CE}" type="pres">
      <dgm:prSet presAssocID="{61E9F303-F8D6-4F4C-9F0B-5A67F0620BD3}" presName="node" presStyleLbl="node1" presStyleIdx="3" presStyleCnt="6">
        <dgm:presLayoutVars>
          <dgm:bulletEnabled val="1"/>
        </dgm:presLayoutVars>
      </dgm:prSet>
      <dgm:spPr/>
    </dgm:pt>
    <dgm:pt modelId="{C51A9F08-0BBA-4BB0-8FC0-1664FAA12A5A}" type="pres">
      <dgm:prSet presAssocID="{AD018C6D-E94E-4998-9067-713C4D8095B9}" presName="sibTrans" presStyleLbl="sibTrans2D1" presStyleIdx="3" presStyleCnt="5"/>
      <dgm:spPr/>
    </dgm:pt>
    <dgm:pt modelId="{62068B3E-7115-4415-A937-6547D98C4527}" type="pres">
      <dgm:prSet presAssocID="{AD018C6D-E94E-4998-9067-713C4D8095B9}" presName="connectorText" presStyleLbl="sibTrans2D1" presStyleIdx="3" presStyleCnt="5"/>
      <dgm:spPr/>
    </dgm:pt>
    <dgm:pt modelId="{DE398CE5-D610-4E54-A088-DFC14A73D132}" type="pres">
      <dgm:prSet presAssocID="{E0348298-FDAE-4B7D-93E0-AC60509D9BA8}" presName="node" presStyleLbl="node1" presStyleIdx="4" presStyleCnt="6">
        <dgm:presLayoutVars>
          <dgm:bulletEnabled val="1"/>
        </dgm:presLayoutVars>
      </dgm:prSet>
      <dgm:spPr/>
    </dgm:pt>
    <dgm:pt modelId="{D6EEC409-BDAB-4206-87A1-544BCA320044}" type="pres">
      <dgm:prSet presAssocID="{2CB72506-25AC-4422-AC46-BE070EF55FB6}" presName="sibTrans" presStyleLbl="sibTrans2D1" presStyleIdx="4" presStyleCnt="5"/>
      <dgm:spPr/>
    </dgm:pt>
    <dgm:pt modelId="{09FD0A69-6F34-4585-AEE6-A8F8B9750450}" type="pres">
      <dgm:prSet presAssocID="{2CB72506-25AC-4422-AC46-BE070EF55FB6}" presName="connectorText" presStyleLbl="sibTrans2D1" presStyleIdx="4" presStyleCnt="5"/>
      <dgm:spPr/>
    </dgm:pt>
    <dgm:pt modelId="{1C87BBBA-4F38-4C40-8F45-391A5C649E4D}" type="pres">
      <dgm:prSet presAssocID="{D70AD599-8D0F-4827-A8CE-3C5ED95D244D}" presName="node" presStyleLbl="node1" presStyleIdx="5" presStyleCnt="6">
        <dgm:presLayoutVars>
          <dgm:bulletEnabled val="1"/>
        </dgm:presLayoutVars>
      </dgm:prSet>
      <dgm:spPr/>
    </dgm:pt>
  </dgm:ptLst>
  <dgm:cxnLst>
    <dgm:cxn modelId="{B445E30C-263C-4D7F-9692-6C7C2EF7CB5D}" type="presOf" srcId="{4A4B14B5-7EF9-4887-9228-014EFBAD249F}" destId="{E982B5A9-A389-4B93-9F08-09AFD6FAB3C7}" srcOrd="1" destOrd="0" presId="urn:microsoft.com/office/officeart/2005/8/layout/process5"/>
    <dgm:cxn modelId="{D5733C0F-B3E1-4876-988C-136F86598FF4}" type="presOf" srcId="{D70AD599-8D0F-4827-A8CE-3C5ED95D244D}" destId="{1C87BBBA-4F38-4C40-8F45-391A5C649E4D}" srcOrd="0" destOrd="0" presId="urn:microsoft.com/office/officeart/2005/8/layout/process5"/>
    <dgm:cxn modelId="{C59F9017-152B-4A98-84FF-8626594D3EAE}" type="presOf" srcId="{2CB72506-25AC-4422-AC46-BE070EF55FB6}" destId="{D6EEC409-BDAB-4206-87A1-544BCA320044}" srcOrd="0" destOrd="0" presId="urn:microsoft.com/office/officeart/2005/8/layout/process5"/>
    <dgm:cxn modelId="{839BED5D-E75E-400D-93E9-3F1E337E16FF}" type="presOf" srcId="{0DCF2B4E-692A-4E59-976B-5DFEE1DF5AC5}" destId="{7515C996-FB59-4184-8519-03BA4695643E}" srcOrd="0" destOrd="0" presId="urn:microsoft.com/office/officeart/2005/8/layout/process5"/>
    <dgm:cxn modelId="{B1183641-A4AB-4771-A8EB-9D06451C5779}" type="presOf" srcId="{9A487A62-15D7-4DC1-B00B-24CB5CEB4597}" destId="{E4DE1814-079B-4F1F-9770-C0C5439747CA}" srcOrd="0" destOrd="0" presId="urn:microsoft.com/office/officeart/2005/8/layout/process5"/>
    <dgm:cxn modelId="{5AE65B45-CA08-4EC3-97F8-4511436722E5}" srcId="{9A487A62-15D7-4DC1-B00B-24CB5CEB4597}" destId="{85B552CB-17B2-4C99-82C3-B402D2DB69A1}" srcOrd="0" destOrd="0" parTransId="{F6CEFD3F-C306-4740-9D3A-51916CB7E33C}" sibTransId="{F5E06C78-868F-4E4B-8E14-69A0E0181045}"/>
    <dgm:cxn modelId="{23098368-2FB4-4282-9E30-DD8996BF49CE}" type="presOf" srcId="{DC3DFB9F-06F9-424C-BE59-F854F850F0DC}" destId="{667389E6-AF02-4C85-B618-DBBD2BF3D66E}" srcOrd="1" destOrd="0" presId="urn:microsoft.com/office/officeart/2005/8/layout/process5"/>
    <dgm:cxn modelId="{D7DB6686-8360-4295-AD90-CE4DCD0BBB18}" type="presOf" srcId="{F5E06C78-868F-4E4B-8E14-69A0E0181045}" destId="{3525B404-7EA6-4D65-98CD-BBFA5FCF72F8}" srcOrd="0" destOrd="0" presId="urn:microsoft.com/office/officeart/2005/8/layout/process5"/>
    <dgm:cxn modelId="{9191B19F-7BBE-4A88-97DF-B5D4566C88A8}" type="presOf" srcId="{61E9F303-F8D6-4F4C-9F0B-5A67F0620BD3}" destId="{FDFB9F33-87F1-498E-9460-7C9A267089CE}" srcOrd="0" destOrd="0" presId="urn:microsoft.com/office/officeart/2005/8/layout/process5"/>
    <dgm:cxn modelId="{5B05BDA1-3B5E-466C-8420-4E8A0949A57B}" srcId="{9A487A62-15D7-4DC1-B00B-24CB5CEB4597}" destId="{D70AD599-8D0F-4827-A8CE-3C5ED95D244D}" srcOrd="5" destOrd="0" parTransId="{8204EF07-6FE9-4762-9A0C-C12C4FE06E52}" sibTransId="{2D0B05CC-0F95-48C7-A7EF-236410754F57}"/>
    <dgm:cxn modelId="{9D6E6CA5-2034-493A-8FCF-8527C56D2A57}" srcId="{9A487A62-15D7-4DC1-B00B-24CB5CEB4597}" destId="{0DCF2B4E-692A-4E59-976B-5DFEE1DF5AC5}" srcOrd="2" destOrd="0" parTransId="{19A0BE2B-D57A-430E-A5B0-2F7F81866186}" sibTransId="{4A4B14B5-7EF9-4887-9228-014EFBAD249F}"/>
    <dgm:cxn modelId="{697810AA-1C9A-495E-8022-F6536B141E10}" srcId="{9A487A62-15D7-4DC1-B00B-24CB5CEB4597}" destId="{1DCB5811-3D68-48B4-987B-C90EE91A2227}" srcOrd="1" destOrd="0" parTransId="{30E1B676-04E6-4AC5-9E91-7E4DC26635A6}" sibTransId="{DC3DFB9F-06F9-424C-BE59-F854F850F0DC}"/>
    <dgm:cxn modelId="{B795BFB6-BF15-4C51-8D0F-49CA593FEFB0}" srcId="{9A487A62-15D7-4DC1-B00B-24CB5CEB4597}" destId="{61E9F303-F8D6-4F4C-9F0B-5A67F0620BD3}" srcOrd="3" destOrd="0" parTransId="{4225FAE3-54B9-4A93-9C4F-776469DB5BA7}" sibTransId="{AD018C6D-E94E-4998-9067-713C4D8095B9}"/>
    <dgm:cxn modelId="{BF54E3B8-C74D-4575-80E5-089D855E9451}" type="presOf" srcId="{85B552CB-17B2-4C99-82C3-B402D2DB69A1}" destId="{D9B19E4E-EB7D-4EFA-A6EE-ED54630600C8}" srcOrd="0" destOrd="0" presId="urn:microsoft.com/office/officeart/2005/8/layout/process5"/>
    <dgm:cxn modelId="{B13A03B9-614B-4A8B-8414-F2AC11AA0EE9}" srcId="{9A487A62-15D7-4DC1-B00B-24CB5CEB4597}" destId="{E0348298-FDAE-4B7D-93E0-AC60509D9BA8}" srcOrd="4" destOrd="0" parTransId="{25890E8A-2E5B-4498-AB96-D89C52CD73BE}" sibTransId="{2CB72506-25AC-4422-AC46-BE070EF55FB6}"/>
    <dgm:cxn modelId="{4B30BEBB-2FBB-4B39-971C-23122E69A6CD}" type="presOf" srcId="{F5E06C78-868F-4E4B-8E14-69A0E0181045}" destId="{DEEEF590-61DA-4CD9-A15F-ECDCE4489396}" srcOrd="1" destOrd="0" presId="urn:microsoft.com/office/officeart/2005/8/layout/process5"/>
    <dgm:cxn modelId="{6F4620C9-DAC3-41B1-A075-11DB9232BA8B}" type="presOf" srcId="{AD018C6D-E94E-4998-9067-713C4D8095B9}" destId="{62068B3E-7115-4415-A937-6547D98C4527}" srcOrd="1" destOrd="0" presId="urn:microsoft.com/office/officeart/2005/8/layout/process5"/>
    <dgm:cxn modelId="{EF49FAC9-1D5A-4862-B0D5-C1111B71CDE0}" type="presOf" srcId="{2CB72506-25AC-4422-AC46-BE070EF55FB6}" destId="{09FD0A69-6F34-4585-AEE6-A8F8B9750450}" srcOrd="1" destOrd="0" presId="urn:microsoft.com/office/officeart/2005/8/layout/process5"/>
    <dgm:cxn modelId="{EEA6B0DC-6D17-4D4A-B842-3F526F3E40EE}" type="presOf" srcId="{AD018C6D-E94E-4998-9067-713C4D8095B9}" destId="{C51A9F08-0BBA-4BB0-8FC0-1664FAA12A5A}" srcOrd="0" destOrd="0" presId="urn:microsoft.com/office/officeart/2005/8/layout/process5"/>
    <dgm:cxn modelId="{C7AAFEE1-3493-4321-A827-A9EE729569DE}" type="presOf" srcId="{4A4B14B5-7EF9-4887-9228-014EFBAD249F}" destId="{A7D632E0-34F3-420D-A5E1-5A2776941599}" srcOrd="0" destOrd="0" presId="urn:microsoft.com/office/officeart/2005/8/layout/process5"/>
    <dgm:cxn modelId="{5D6035E5-29B8-4479-B9FB-EBC27C0CA5C8}" type="presOf" srcId="{1DCB5811-3D68-48B4-987B-C90EE91A2227}" destId="{48960756-61CC-41A0-A454-D5E9D5D902D7}" srcOrd="0" destOrd="0" presId="urn:microsoft.com/office/officeart/2005/8/layout/process5"/>
    <dgm:cxn modelId="{FC514DE8-4D0F-41BE-B37E-659006257BC6}" type="presOf" srcId="{E0348298-FDAE-4B7D-93E0-AC60509D9BA8}" destId="{DE398CE5-D610-4E54-A088-DFC14A73D132}" srcOrd="0" destOrd="0" presId="urn:microsoft.com/office/officeart/2005/8/layout/process5"/>
    <dgm:cxn modelId="{B7AE65F7-285C-49E6-8869-FC3E0B175451}" type="presOf" srcId="{DC3DFB9F-06F9-424C-BE59-F854F850F0DC}" destId="{6F25EEA2-8E13-491A-91A7-FD6F704535C3}" srcOrd="0" destOrd="0" presId="urn:microsoft.com/office/officeart/2005/8/layout/process5"/>
    <dgm:cxn modelId="{CF7A998D-C296-41A0-8B1B-1207F415DB86}" type="presParOf" srcId="{E4DE1814-079B-4F1F-9770-C0C5439747CA}" destId="{D9B19E4E-EB7D-4EFA-A6EE-ED54630600C8}" srcOrd="0" destOrd="0" presId="urn:microsoft.com/office/officeart/2005/8/layout/process5"/>
    <dgm:cxn modelId="{BD53F409-139E-4443-8BF5-F14A9491EAA3}" type="presParOf" srcId="{E4DE1814-079B-4F1F-9770-C0C5439747CA}" destId="{3525B404-7EA6-4D65-98CD-BBFA5FCF72F8}" srcOrd="1" destOrd="0" presId="urn:microsoft.com/office/officeart/2005/8/layout/process5"/>
    <dgm:cxn modelId="{EAC7F713-804C-45C7-9267-7CAF2ED384FD}" type="presParOf" srcId="{3525B404-7EA6-4D65-98CD-BBFA5FCF72F8}" destId="{DEEEF590-61DA-4CD9-A15F-ECDCE4489396}" srcOrd="0" destOrd="0" presId="urn:microsoft.com/office/officeart/2005/8/layout/process5"/>
    <dgm:cxn modelId="{656C9D0B-9B21-4BBD-ADA3-D9403F3479FE}" type="presParOf" srcId="{E4DE1814-079B-4F1F-9770-C0C5439747CA}" destId="{48960756-61CC-41A0-A454-D5E9D5D902D7}" srcOrd="2" destOrd="0" presId="urn:microsoft.com/office/officeart/2005/8/layout/process5"/>
    <dgm:cxn modelId="{4047BBC4-127F-4DC7-BF5E-58077A194E91}" type="presParOf" srcId="{E4DE1814-079B-4F1F-9770-C0C5439747CA}" destId="{6F25EEA2-8E13-491A-91A7-FD6F704535C3}" srcOrd="3" destOrd="0" presId="urn:microsoft.com/office/officeart/2005/8/layout/process5"/>
    <dgm:cxn modelId="{EA30BD5D-3A90-4C6A-B7CE-336AA8323451}" type="presParOf" srcId="{6F25EEA2-8E13-491A-91A7-FD6F704535C3}" destId="{667389E6-AF02-4C85-B618-DBBD2BF3D66E}" srcOrd="0" destOrd="0" presId="urn:microsoft.com/office/officeart/2005/8/layout/process5"/>
    <dgm:cxn modelId="{5B46603E-6642-4C8D-AD97-10B9B07C8619}" type="presParOf" srcId="{E4DE1814-079B-4F1F-9770-C0C5439747CA}" destId="{7515C996-FB59-4184-8519-03BA4695643E}" srcOrd="4" destOrd="0" presId="urn:microsoft.com/office/officeart/2005/8/layout/process5"/>
    <dgm:cxn modelId="{9A79BCE4-7F5F-4BE9-80F4-A9CB213F1578}" type="presParOf" srcId="{E4DE1814-079B-4F1F-9770-C0C5439747CA}" destId="{A7D632E0-34F3-420D-A5E1-5A2776941599}" srcOrd="5" destOrd="0" presId="urn:microsoft.com/office/officeart/2005/8/layout/process5"/>
    <dgm:cxn modelId="{28222C93-6213-4AF8-A7D9-2A216BA53CC3}" type="presParOf" srcId="{A7D632E0-34F3-420D-A5E1-5A2776941599}" destId="{E982B5A9-A389-4B93-9F08-09AFD6FAB3C7}" srcOrd="0" destOrd="0" presId="urn:microsoft.com/office/officeart/2005/8/layout/process5"/>
    <dgm:cxn modelId="{C5A0F657-B709-4BAE-9CE8-AC92B18AEA9C}" type="presParOf" srcId="{E4DE1814-079B-4F1F-9770-C0C5439747CA}" destId="{FDFB9F33-87F1-498E-9460-7C9A267089CE}" srcOrd="6" destOrd="0" presId="urn:microsoft.com/office/officeart/2005/8/layout/process5"/>
    <dgm:cxn modelId="{56AEEA22-669A-4B88-B7FE-9F74F0DD4A28}" type="presParOf" srcId="{E4DE1814-079B-4F1F-9770-C0C5439747CA}" destId="{C51A9F08-0BBA-4BB0-8FC0-1664FAA12A5A}" srcOrd="7" destOrd="0" presId="urn:microsoft.com/office/officeart/2005/8/layout/process5"/>
    <dgm:cxn modelId="{440C15F8-B21C-4993-AE06-850B700CA7DD}" type="presParOf" srcId="{C51A9F08-0BBA-4BB0-8FC0-1664FAA12A5A}" destId="{62068B3E-7115-4415-A937-6547D98C4527}" srcOrd="0" destOrd="0" presId="urn:microsoft.com/office/officeart/2005/8/layout/process5"/>
    <dgm:cxn modelId="{76407B94-4A3B-4541-AD1E-E0F19EF7E1E0}" type="presParOf" srcId="{E4DE1814-079B-4F1F-9770-C0C5439747CA}" destId="{DE398CE5-D610-4E54-A088-DFC14A73D132}" srcOrd="8" destOrd="0" presId="urn:microsoft.com/office/officeart/2005/8/layout/process5"/>
    <dgm:cxn modelId="{5134B063-146C-42C9-870F-568DFDC6F48E}" type="presParOf" srcId="{E4DE1814-079B-4F1F-9770-C0C5439747CA}" destId="{D6EEC409-BDAB-4206-87A1-544BCA320044}" srcOrd="9" destOrd="0" presId="urn:microsoft.com/office/officeart/2005/8/layout/process5"/>
    <dgm:cxn modelId="{90A41BE2-AE64-43ED-AAF9-5198B3F64163}" type="presParOf" srcId="{D6EEC409-BDAB-4206-87A1-544BCA320044}" destId="{09FD0A69-6F34-4585-AEE6-A8F8B9750450}" srcOrd="0" destOrd="0" presId="urn:microsoft.com/office/officeart/2005/8/layout/process5"/>
    <dgm:cxn modelId="{5DD66214-2515-408E-866D-A7D3488397D8}" type="presParOf" srcId="{E4DE1814-079B-4F1F-9770-C0C5439747CA}" destId="{1C87BBBA-4F38-4C40-8F45-391A5C649E4D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6245E2-BB0F-4BBE-9292-CAB059250CE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F1E1685-081F-41CB-B898-D95BDCB23802}">
      <dgm:prSet/>
      <dgm:spPr/>
      <dgm:t>
        <a:bodyPr/>
        <a:lstStyle/>
        <a:p>
          <a:r>
            <a:rPr lang="en-US" b="1"/>
            <a:t>1 · ENTRAR</a:t>
          </a:r>
          <a:endParaRPr lang="en-US"/>
        </a:p>
      </dgm:t>
    </dgm:pt>
    <dgm:pt modelId="{68A68687-8E19-4240-95F4-486753929D0F}" type="parTrans" cxnId="{C3F4FE36-5B99-4451-B353-212D1CC1136F}">
      <dgm:prSet/>
      <dgm:spPr/>
      <dgm:t>
        <a:bodyPr/>
        <a:lstStyle/>
        <a:p>
          <a:endParaRPr lang="en-US"/>
        </a:p>
      </dgm:t>
    </dgm:pt>
    <dgm:pt modelId="{AB5BC53B-23F3-40D6-A4AA-0C5D5C0AF98D}" type="sibTrans" cxnId="{C3F4FE36-5B99-4451-B353-212D1CC1136F}">
      <dgm:prSet/>
      <dgm:spPr/>
      <dgm:t>
        <a:bodyPr/>
        <a:lstStyle/>
        <a:p>
          <a:endParaRPr lang="en-US"/>
        </a:p>
      </dgm:t>
    </dgm:pt>
    <dgm:pt modelId="{2F27D155-7350-4088-B6FF-9C47CB5DBE1E}">
      <dgm:prSet/>
      <dgm:spPr/>
      <dgm:t>
        <a:bodyPr/>
        <a:lstStyle/>
        <a:p>
          <a:r>
            <a:rPr lang="en-US" dirty="0"/>
            <a:t>ONB-01 </a:t>
          </a:r>
          <a:r>
            <a:rPr lang="en-US" dirty="0" err="1"/>
            <a:t>acessos</a:t>
          </a:r>
          <a:r>
            <a:rPr lang="en-US" dirty="0"/>
            <a:t> (par) + ONB-02 </a:t>
          </a:r>
          <a:r>
            <a:rPr lang="en-US" dirty="0" err="1"/>
            <a:t>mapa</a:t>
          </a:r>
          <a:r>
            <a:rPr lang="en-US" dirty="0"/>
            <a:t> (Tech Lead)</a:t>
          </a:r>
        </a:p>
      </dgm:t>
    </dgm:pt>
    <dgm:pt modelId="{12F4EE53-8C8C-4A94-B496-D2B410DA031E}" type="parTrans" cxnId="{443FB48A-47C9-4C22-830F-93985B8F2BE7}">
      <dgm:prSet/>
      <dgm:spPr/>
      <dgm:t>
        <a:bodyPr/>
        <a:lstStyle/>
        <a:p>
          <a:endParaRPr lang="en-US"/>
        </a:p>
      </dgm:t>
    </dgm:pt>
    <dgm:pt modelId="{AFCCC988-1F4F-4A81-994A-3C2DC83E6F25}" type="sibTrans" cxnId="{443FB48A-47C9-4C22-830F-93985B8F2BE7}">
      <dgm:prSet/>
      <dgm:spPr/>
      <dgm:t>
        <a:bodyPr/>
        <a:lstStyle/>
        <a:p>
          <a:endParaRPr lang="en-US"/>
        </a:p>
      </dgm:t>
    </dgm:pt>
    <dgm:pt modelId="{E3E08BD3-E685-4CF9-801D-7DA8F71D60B5}">
      <dgm:prSet/>
      <dgm:spPr/>
      <dgm:t>
        <a:bodyPr/>
        <a:lstStyle/>
        <a:p>
          <a:r>
            <a:rPr lang="en-US" b="1"/>
            <a:t>2 · APRENDER</a:t>
          </a:r>
          <a:endParaRPr lang="en-US"/>
        </a:p>
      </dgm:t>
    </dgm:pt>
    <dgm:pt modelId="{68AEB0AE-9CEC-4AB1-A190-2AE848356CDF}" type="parTrans" cxnId="{7EF4760C-626D-468D-8C71-BB95D4EADFE3}">
      <dgm:prSet/>
      <dgm:spPr/>
      <dgm:t>
        <a:bodyPr/>
        <a:lstStyle/>
        <a:p>
          <a:endParaRPr lang="en-US"/>
        </a:p>
      </dgm:t>
    </dgm:pt>
    <dgm:pt modelId="{C9F7A5D0-7B08-4C43-8B10-487F1ED73BA3}" type="sibTrans" cxnId="{7EF4760C-626D-468D-8C71-BB95D4EADFE3}">
      <dgm:prSet/>
      <dgm:spPr/>
      <dgm:t>
        <a:bodyPr/>
        <a:lstStyle/>
        <a:p>
          <a:endParaRPr lang="en-US"/>
        </a:p>
      </dgm:t>
    </dgm:pt>
    <dgm:pt modelId="{C8651752-1DF7-4598-9B7E-7CF134819C6B}">
      <dgm:prSet/>
      <dgm:spPr/>
      <dgm:t>
        <a:bodyPr/>
        <a:lstStyle/>
        <a:p>
          <a:r>
            <a:rPr lang="en-US"/>
            <a:t>CDF-01 a 04: explorar, modelar, ingerir, consultar | V03–V12</a:t>
          </a:r>
        </a:p>
      </dgm:t>
    </dgm:pt>
    <dgm:pt modelId="{ADD43780-5906-45B2-B6DD-B01472D29806}" type="parTrans" cxnId="{E91C7F00-E3DC-4C8F-BBEB-6C4C610843C3}">
      <dgm:prSet/>
      <dgm:spPr/>
      <dgm:t>
        <a:bodyPr/>
        <a:lstStyle/>
        <a:p>
          <a:endParaRPr lang="en-US"/>
        </a:p>
      </dgm:t>
    </dgm:pt>
    <dgm:pt modelId="{F3652D8F-3438-48FC-9B29-F2D36DBAA574}" type="sibTrans" cxnId="{E91C7F00-E3DC-4C8F-BBEB-6C4C610843C3}">
      <dgm:prSet/>
      <dgm:spPr/>
      <dgm:t>
        <a:bodyPr/>
        <a:lstStyle/>
        <a:p>
          <a:endParaRPr lang="en-US"/>
        </a:p>
      </dgm:t>
    </dgm:pt>
    <dgm:pt modelId="{57FAF21B-FCFB-4CF8-B656-07B36A553EF0}">
      <dgm:prSet/>
      <dgm:spPr/>
      <dgm:t>
        <a:bodyPr/>
        <a:lstStyle/>
        <a:p>
          <a:r>
            <a:rPr lang="en-US" b="1"/>
            <a:t>3 · CONECTAR</a:t>
          </a:r>
          <a:endParaRPr lang="en-US"/>
        </a:p>
      </dgm:t>
    </dgm:pt>
    <dgm:pt modelId="{D0D04294-17FA-41AF-A1B0-F08A1935D02F}" type="parTrans" cxnId="{BB17A648-7C14-4CDD-9EB0-E659F06C7D6C}">
      <dgm:prSet/>
      <dgm:spPr/>
      <dgm:t>
        <a:bodyPr/>
        <a:lstStyle/>
        <a:p>
          <a:endParaRPr lang="en-US"/>
        </a:p>
      </dgm:t>
    </dgm:pt>
    <dgm:pt modelId="{E4F5C26C-6D3B-45AF-BEFD-5A98B10AC0F1}" type="sibTrans" cxnId="{BB17A648-7C14-4CDD-9EB0-E659F06C7D6C}">
      <dgm:prSet/>
      <dgm:spPr/>
      <dgm:t>
        <a:bodyPr/>
        <a:lstStyle/>
        <a:p>
          <a:endParaRPr lang="en-US"/>
        </a:p>
      </dgm:t>
    </dgm:pt>
    <dgm:pt modelId="{B3815D35-DED8-4AA6-B592-3BE0DE21ABA7}">
      <dgm:prSet/>
      <dgm:spPr/>
      <dgm:t>
        <a:bodyPr/>
        <a:lstStyle/>
        <a:p>
          <a:r>
            <a:rPr lang="en-US"/>
            <a:t>DOC-01 radar + DOC-02 melhoria + PRJ-01 tarefa segura</a:t>
          </a:r>
        </a:p>
      </dgm:t>
    </dgm:pt>
    <dgm:pt modelId="{6E5FCB02-FFF8-41AA-BBFA-670B476E51B2}" type="parTrans" cxnId="{590141ED-C526-4476-BD0B-5A86D85E3A1A}">
      <dgm:prSet/>
      <dgm:spPr/>
      <dgm:t>
        <a:bodyPr/>
        <a:lstStyle/>
        <a:p>
          <a:endParaRPr lang="en-US"/>
        </a:p>
      </dgm:t>
    </dgm:pt>
    <dgm:pt modelId="{B3F8336C-DC41-4A67-9F24-037BA81F84EB}" type="sibTrans" cxnId="{590141ED-C526-4476-BD0B-5A86D85E3A1A}">
      <dgm:prSet/>
      <dgm:spPr/>
      <dgm:t>
        <a:bodyPr/>
        <a:lstStyle/>
        <a:p>
          <a:endParaRPr lang="en-US"/>
        </a:p>
      </dgm:t>
    </dgm:pt>
    <dgm:pt modelId="{49FFA2A5-9E6E-4298-9729-EF5211EE613C}">
      <dgm:prSet/>
      <dgm:spPr/>
      <dgm:t>
        <a:bodyPr/>
        <a:lstStyle/>
        <a:p>
          <a:r>
            <a:rPr lang="en-US" b="1"/>
            <a:t>4 · PROVAR</a:t>
          </a:r>
          <a:endParaRPr lang="en-US"/>
        </a:p>
      </dgm:t>
    </dgm:pt>
    <dgm:pt modelId="{CCDD0BC4-E0B0-4498-A154-BC6CD9C119AC}" type="parTrans" cxnId="{F432002D-5570-420D-BCF1-E5B5BCC844FB}">
      <dgm:prSet/>
      <dgm:spPr/>
      <dgm:t>
        <a:bodyPr/>
        <a:lstStyle/>
        <a:p>
          <a:endParaRPr lang="en-US"/>
        </a:p>
      </dgm:t>
    </dgm:pt>
    <dgm:pt modelId="{B377B197-5D8B-4ADE-BF0F-4BB08E81F248}" type="sibTrans" cxnId="{F432002D-5570-420D-BCF1-E5B5BCC844FB}">
      <dgm:prSet/>
      <dgm:spPr/>
      <dgm:t>
        <a:bodyPr/>
        <a:lstStyle/>
        <a:p>
          <a:endParaRPr lang="en-US"/>
        </a:p>
      </dgm:t>
    </dgm:pt>
    <dgm:pt modelId="{33BBFF9D-86DE-42D1-A4B0-CE973B16FC11}">
      <dgm:prSet/>
      <dgm:spPr/>
      <dgm:t>
        <a:bodyPr/>
        <a:lstStyle/>
        <a:p>
          <a:r>
            <a:rPr lang="en-US"/>
            <a:t>EVAL-01 demo de 10 min (Tech Lead + André + Dayana)</a:t>
          </a:r>
        </a:p>
      </dgm:t>
    </dgm:pt>
    <dgm:pt modelId="{B5AE9045-D4E8-45D6-9654-56F4509D6FD6}" type="parTrans" cxnId="{78A88FC4-C6DF-427E-B67D-B132283B19E9}">
      <dgm:prSet/>
      <dgm:spPr/>
      <dgm:t>
        <a:bodyPr/>
        <a:lstStyle/>
        <a:p>
          <a:endParaRPr lang="en-US"/>
        </a:p>
      </dgm:t>
    </dgm:pt>
    <dgm:pt modelId="{89FD3D7B-2FCA-4387-A28E-FB0C13A3A224}" type="sibTrans" cxnId="{78A88FC4-C6DF-427E-B67D-B132283B19E9}">
      <dgm:prSet/>
      <dgm:spPr/>
      <dgm:t>
        <a:bodyPr/>
        <a:lstStyle/>
        <a:p>
          <a:endParaRPr lang="en-US"/>
        </a:p>
      </dgm:t>
    </dgm:pt>
    <dgm:pt modelId="{BCAE28BE-AA41-4D6E-ACA1-7127380E7326}" type="pres">
      <dgm:prSet presAssocID="{B86245E2-BB0F-4BBE-9292-CAB059250CE9}" presName="linear" presStyleCnt="0">
        <dgm:presLayoutVars>
          <dgm:animLvl val="lvl"/>
          <dgm:resizeHandles val="exact"/>
        </dgm:presLayoutVars>
      </dgm:prSet>
      <dgm:spPr/>
    </dgm:pt>
    <dgm:pt modelId="{4BAC2987-EE2B-44DB-8D7E-D97DFE14F39B}" type="pres">
      <dgm:prSet presAssocID="{6F1E1685-081F-41CB-B898-D95BDCB2380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718B11-C471-4FEF-8F3D-D270A33B9B32}" type="pres">
      <dgm:prSet presAssocID="{6F1E1685-081F-41CB-B898-D95BDCB23802}" presName="childText" presStyleLbl="revTx" presStyleIdx="0" presStyleCnt="4">
        <dgm:presLayoutVars>
          <dgm:bulletEnabled val="1"/>
        </dgm:presLayoutVars>
      </dgm:prSet>
      <dgm:spPr/>
    </dgm:pt>
    <dgm:pt modelId="{95C3D20E-9FCF-4E4A-9AF3-1E8ECE781CEC}" type="pres">
      <dgm:prSet presAssocID="{E3E08BD3-E685-4CF9-801D-7DA8F71D60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E1AC97-0876-458F-8278-CE5646B6CF7C}" type="pres">
      <dgm:prSet presAssocID="{E3E08BD3-E685-4CF9-801D-7DA8F71D60B5}" presName="childText" presStyleLbl="revTx" presStyleIdx="1" presStyleCnt="4">
        <dgm:presLayoutVars>
          <dgm:bulletEnabled val="1"/>
        </dgm:presLayoutVars>
      </dgm:prSet>
      <dgm:spPr/>
    </dgm:pt>
    <dgm:pt modelId="{76B787EA-DF83-4DDA-8FA1-A1B90F08B761}" type="pres">
      <dgm:prSet presAssocID="{57FAF21B-FCFB-4CF8-B656-07B36A553E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25C3794-AE87-409B-B980-DAF754C6A561}" type="pres">
      <dgm:prSet presAssocID="{57FAF21B-FCFB-4CF8-B656-07B36A553EF0}" presName="childText" presStyleLbl="revTx" presStyleIdx="2" presStyleCnt="4">
        <dgm:presLayoutVars>
          <dgm:bulletEnabled val="1"/>
        </dgm:presLayoutVars>
      </dgm:prSet>
      <dgm:spPr/>
    </dgm:pt>
    <dgm:pt modelId="{34343A99-975E-43B6-8234-616D38545AB5}" type="pres">
      <dgm:prSet presAssocID="{49FFA2A5-9E6E-4298-9729-EF5211EE613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A1D7F85-E923-4175-8388-57948BEDD309}" type="pres">
      <dgm:prSet presAssocID="{49FFA2A5-9E6E-4298-9729-EF5211EE613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91C7F00-E3DC-4C8F-BBEB-6C4C610843C3}" srcId="{E3E08BD3-E685-4CF9-801D-7DA8F71D60B5}" destId="{C8651752-1DF7-4598-9B7E-7CF134819C6B}" srcOrd="0" destOrd="0" parTransId="{ADD43780-5906-45B2-B6DD-B01472D29806}" sibTransId="{F3652D8F-3438-48FC-9B29-F2D36DBAA574}"/>
    <dgm:cxn modelId="{7EF4760C-626D-468D-8C71-BB95D4EADFE3}" srcId="{B86245E2-BB0F-4BBE-9292-CAB059250CE9}" destId="{E3E08BD3-E685-4CF9-801D-7DA8F71D60B5}" srcOrd="1" destOrd="0" parTransId="{68AEB0AE-9CEC-4AB1-A190-2AE848356CDF}" sibTransId="{C9F7A5D0-7B08-4C43-8B10-487F1ED73BA3}"/>
    <dgm:cxn modelId="{F432002D-5570-420D-BCF1-E5B5BCC844FB}" srcId="{B86245E2-BB0F-4BBE-9292-CAB059250CE9}" destId="{49FFA2A5-9E6E-4298-9729-EF5211EE613C}" srcOrd="3" destOrd="0" parTransId="{CCDD0BC4-E0B0-4498-A154-BC6CD9C119AC}" sibTransId="{B377B197-5D8B-4ADE-BF0F-4BB08E81F248}"/>
    <dgm:cxn modelId="{1B1E682D-0834-4669-98DE-EA05A2B32DC1}" type="presOf" srcId="{2F27D155-7350-4088-B6FF-9C47CB5DBE1E}" destId="{C9718B11-C471-4FEF-8F3D-D270A33B9B32}" srcOrd="0" destOrd="0" presId="urn:microsoft.com/office/officeart/2005/8/layout/vList2"/>
    <dgm:cxn modelId="{C3F4FE36-5B99-4451-B353-212D1CC1136F}" srcId="{B86245E2-BB0F-4BBE-9292-CAB059250CE9}" destId="{6F1E1685-081F-41CB-B898-D95BDCB23802}" srcOrd="0" destOrd="0" parTransId="{68A68687-8E19-4240-95F4-486753929D0F}" sibTransId="{AB5BC53B-23F3-40D6-A4AA-0C5D5C0AF98D}"/>
    <dgm:cxn modelId="{BB17A648-7C14-4CDD-9EB0-E659F06C7D6C}" srcId="{B86245E2-BB0F-4BBE-9292-CAB059250CE9}" destId="{57FAF21B-FCFB-4CF8-B656-07B36A553EF0}" srcOrd="2" destOrd="0" parTransId="{D0D04294-17FA-41AF-A1B0-F08A1935D02F}" sibTransId="{E4F5C26C-6D3B-45AF-BEFD-5A98B10AC0F1}"/>
    <dgm:cxn modelId="{443FB48A-47C9-4C22-830F-93985B8F2BE7}" srcId="{6F1E1685-081F-41CB-B898-D95BDCB23802}" destId="{2F27D155-7350-4088-B6FF-9C47CB5DBE1E}" srcOrd="0" destOrd="0" parTransId="{12F4EE53-8C8C-4A94-B496-D2B410DA031E}" sibTransId="{AFCCC988-1F4F-4A81-994A-3C2DC83E6F25}"/>
    <dgm:cxn modelId="{BC3DD991-5937-4E96-8CDA-698293C36F91}" type="presOf" srcId="{57FAF21B-FCFB-4CF8-B656-07B36A553EF0}" destId="{76B787EA-DF83-4DDA-8FA1-A1B90F08B761}" srcOrd="0" destOrd="0" presId="urn:microsoft.com/office/officeart/2005/8/layout/vList2"/>
    <dgm:cxn modelId="{332727BA-C99A-4462-9F26-0462DA1AD3E4}" type="presOf" srcId="{B86245E2-BB0F-4BBE-9292-CAB059250CE9}" destId="{BCAE28BE-AA41-4D6E-ACA1-7127380E7326}" srcOrd="0" destOrd="0" presId="urn:microsoft.com/office/officeart/2005/8/layout/vList2"/>
    <dgm:cxn modelId="{032646BF-9F26-485C-A593-7CF85244A415}" type="presOf" srcId="{C8651752-1DF7-4598-9B7E-7CF134819C6B}" destId="{CCE1AC97-0876-458F-8278-CE5646B6CF7C}" srcOrd="0" destOrd="0" presId="urn:microsoft.com/office/officeart/2005/8/layout/vList2"/>
    <dgm:cxn modelId="{422D53C4-A86E-46ED-9418-E5B5F9B687FB}" type="presOf" srcId="{E3E08BD3-E685-4CF9-801D-7DA8F71D60B5}" destId="{95C3D20E-9FCF-4E4A-9AF3-1E8ECE781CEC}" srcOrd="0" destOrd="0" presId="urn:microsoft.com/office/officeart/2005/8/layout/vList2"/>
    <dgm:cxn modelId="{78A88FC4-C6DF-427E-B67D-B132283B19E9}" srcId="{49FFA2A5-9E6E-4298-9729-EF5211EE613C}" destId="{33BBFF9D-86DE-42D1-A4B0-CE973B16FC11}" srcOrd="0" destOrd="0" parTransId="{B5AE9045-D4E8-45D6-9654-56F4509D6FD6}" sibTransId="{89FD3D7B-2FCA-4387-A28E-FB0C13A3A224}"/>
    <dgm:cxn modelId="{793933DA-F11C-4B29-8E44-D163D1797616}" type="presOf" srcId="{33BBFF9D-86DE-42D1-A4B0-CE973B16FC11}" destId="{AA1D7F85-E923-4175-8388-57948BEDD309}" srcOrd="0" destOrd="0" presId="urn:microsoft.com/office/officeart/2005/8/layout/vList2"/>
    <dgm:cxn modelId="{BC7C60E3-B01E-402D-8E5E-93E93BF2FD9E}" type="presOf" srcId="{6F1E1685-081F-41CB-B898-D95BDCB23802}" destId="{4BAC2987-EE2B-44DB-8D7E-D97DFE14F39B}" srcOrd="0" destOrd="0" presId="urn:microsoft.com/office/officeart/2005/8/layout/vList2"/>
    <dgm:cxn modelId="{99B11FEA-3162-4CA3-9B80-75BDF68AC678}" type="presOf" srcId="{49FFA2A5-9E6E-4298-9729-EF5211EE613C}" destId="{34343A99-975E-43B6-8234-616D38545AB5}" srcOrd="0" destOrd="0" presId="urn:microsoft.com/office/officeart/2005/8/layout/vList2"/>
    <dgm:cxn modelId="{454622EB-EBA0-48F3-B0ED-C7A13A1F90F1}" type="presOf" srcId="{B3815D35-DED8-4AA6-B592-3BE0DE21ABA7}" destId="{F25C3794-AE87-409B-B980-DAF754C6A561}" srcOrd="0" destOrd="0" presId="urn:microsoft.com/office/officeart/2005/8/layout/vList2"/>
    <dgm:cxn modelId="{590141ED-C526-4476-BD0B-5A86D85E3A1A}" srcId="{57FAF21B-FCFB-4CF8-B656-07B36A553EF0}" destId="{B3815D35-DED8-4AA6-B592-3BE0DE21ABA7}" srcOrd="0" destOrd="0" parTransId="{6E5FCB02-FFF8-41AA-BBFA-670B476E51B2}" sibTransId="{B3F8336C-DC41-4A67-9F24-037BA81F84EB}"/>
    <dgm:cxn modelId="{40F33EFC-84D7-4F73-BED0-39E0DEEE1182}" type="presParOf" srcId="{BCAE28BE-AA41-4D6E-ACA1-7127380E7326}" destId="{4BAC2987-EE2B-44DB-8D7E-D97DFE14F39B}" srcOrd="0" destOrd="0" presId="urn:microsoft.com/office/officeart/2005/8/layout/vList2"/>
    <dgm:cxn modelId="{01666B6A-EEBF-457B-B3AD-CF574B1895B1}" type="presParOf" srcId="{BCAE28BE-AA41-4D6E-ACA1-7127380E7326}" destId="{C9718B11-C471-4FEF-8F3D-D270A33B9B32}" srcOrd="1" destOrd="0" presId="urn:microsoft.com/office/officeart/2005/8/layout/vList2"/>
    <dgm:cxn modelId="{17157FAA-938B-48E1-9609-8D6E7B7D0104}" type="presParOf" srcId="{BCAE28BE-AA41-4D6E-ACA1-7127380E7326}" destId="{95C3D20E-9FCF-4E4A-9AF3-1E8ECE781CEC}" srcOrd="2" destOrd="0" presId="urn:microsoft.com/office/officeart/2005/8/layout/vList2"/>
    <dgm:cxn modelId="{6B835892-4B1C-44B4-9B6E-7DE39927BEE1}" type="presParOf" srcId="{BCAE28BE-AA41-4D6E-ACA1-7127380E7326}" destId="{CCE1AC97-0876-458F-8278-CE5646B6CF7C}" srcOrd="3" destOrd="0" presId="urn:microsoft.com/office/officeart/2005/8/layout/vList2"/>
    <dgm:cxn modelId="{D29A6F0A-A500-49F0-B334-F04255A54862}" type="presParOf" srcId="{BCAE28BE-AA41-4D6E-ACA1-7127380E7326}" destId="{76B787EA-DF83-4DDA-8FA1-A1B90F08B761}" srcOrd="4" destOrd="0" presId="urn:microsoft.com/office/officeart/2005/8/layout/vList2"/>
    <dgm:cxn modelId="{CE235D9D-EECD-41B5-8D6C-6B630D47D818}" type="presParOf" srcId="{BCAE28BE-AA41-4D6E-ACA1-7127380E7326}" destId="{F25C3794-AE87-409B-B980-DAF754C6A561}" srcOrd="5" destOrd="0" presId="urn:microsoft.com/office/officeart/2005/8/layout/vList2"/>
    <dgm:cxn modelId="{1BFA151E-CE92-4AA3-BB26-F0F50DFCA77B}" type="presParOf" srcId="{BCAE28BE-AA41-4D6E-ACA1-7127380E7326}" destId="{34343A99-975E-43B6-8234-616D38545AB5}" srcOrd="6" destOrd="0" presId="urn:microsoft.com/office/officeart/2005/8/layout/vList2"/>
    <dgm:cxn modelId="{8F1A5E45-2B0F-4FD4-9CAB-7A2B15F726A4}" type="presParOf" srcId="{BCAE28BE-AA41-4D6E-ACA1-7127380E7326}" destId="{AA1D7F85-E923-4175-8388-57948BEDD30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97FBA82-7ACB-47EB-9272-CA596FCB22CD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ACC2356-3E58-4C36-834B-B6BDA8F4D916}">
      <dgm:prSet/>
      <dgm:spPr/>
      <dgm:t>
        <a:bodyPr/>
        <a:lstStyle/>
        <a:p>
          <a:r>
            <a:rPr lang="en-US" dirty="0"/>
            <a:t>André — </a:t>
          </a:r>
          <a:r>
            <a:rPr lang="en-US" dirty="0" err="1"/>
            <a:t>aprova</a:t>
          </a:r>
          <a:r>
            <a:rPr lang="en-US" dirty="0"/>
            <a:t> </a:t>
          </a:r>
          <a:r>
            <a:rPr lang="en-US" dirty="0" err="1"/>
            <a:t>conteúdo</a:t>
          </a:r>
          <a:r>
            <a:rPr lang="en-US" dirty="0"/>
            <a:t> CDF e </a:t>
          </a:r>
          <a:r>
            <a:rPr lang="en-US" dirty="0" err="1"/>
            <a:t>critérios</a:t>
          </a:r>
          <a:r>
            <a:rPr lang="en-US" dirty="0"/>
            <a:t> de </a:t>
          </a:r>
          <a:r>
            <a:rPr lang="en-US" dirty="0" err="1"/>
            <a:t>segurança</a:t>
          </a:r>
          <a:endParaRPr lang="en-US" dirty="0"/>
        </a:p>
      </dgm:t>
    </dgm:pt>
    <dgm:pt modelId="{C63E4696-B592-468E-B341-A2F33958C4B9}" type="parTrans" cxnId="{AB5A9F94-D9C5-4CFA-B808-36C6F8A60B1B}">
      <dgm:prSet/>
      <dgm:spPr/>
      <dgm:t>
        <a:bodyPr/>
        <a:lstStyle/>
        <a:p>
          <a:endParaRPr lang="en-US"/>
        </a:p>
      </dgm:t>
    </dgm:pt>
    <dgm:pt modelId="{8B6430AE-5C64-429F-819F-08E034B0D77D}" type="sibTrans" cxnId="{AB5A9F94-D9C5-4CFA-B808-36C6F8A60B1B}">
      <dgm:prSet/>
      <dgm:spPr/>
      <dgm:t>
        <a:bodyPr/>
        <a:lstStyle/>
        <a:p>
          <a:endParaRPr lang="en-US"/>
        </a:p>
      </dgm:t>
    </dgm:pt>
    <dgm:pt modelId="{08A6461D-6219-4F13-95AA-2D2F4CBA2AFF}">
      <dgm:prSet/>
      <dgm:spPr/>
      <dgm:t>
        <a:bodyPr/>
        <a:lstStyle/>
        <a:p>
          <a:r>
            <a:rPr lang="en-US" dirty="0"/>
            <a:t>Gilson — </a:t>
          </a:r>
          <a:r>
            <a:rPr lang="en-US" dirty="0" err="1"/>
            <a:t>estrutura</a:t>
          </a:r>
          <a:r>
            <a:rPr lang="en-US" dirty="0"/>
            <a:t> </a:t>
          </a:r>
          <a:r>
            <a:rPr lang="en-US" dirty="0" err="1"/>
            <a:t>módulos</a:t>
          </a:r>
          <a:r>
            <a:rPr lang="en-US" dirty="0"/>
            <a:t>, </a:t>
          </a:r>
          <a:r>
            <a:rPr lang="en-US" dirty="0" err="1"/>
            <a:t>padrões</a:t>
          </a:r>
          <a:r>
            <a:rPr lang="en-US" dirty="0"/>
            <a:t> e </a:t>
          </a:r>
          <a:r>
            <a:rPr lang="en-US" dirty="0" err="1"/>
            <a:t>triagem</a:t>
          </a:r>
          <a:r>
            <a:rPr lang="en-US" dirty="0"/>
            <a:t> </a:t>
          </a:r>
          <a:r>
            <a:rPr lang="en-US" dirty="0" err="1"/>
            <a:t>semanal</a:t>
          </a:r>
          <a:endParaRPr lang="en-US" dirty="0"/>
        </a:p>
      </dgm:t>
    </dgm:pt>
    <dgm:pt modelId="{CEFDEBAF-B315-4A72-AAEF-307D35D477FE}" type="parTrans" cxnId="{4F6ED20E-46D5-4E61-807D-2B89D2970E89}">
      <dgm:prSet/>
      <dgm:spPr/>
      <dgm:t>
        <a:bodyPr/>
        <a:lstStyle/>
        <a:p>
          <a:endParaRPr lang="en-US"/>
        </a:p>
      </dgm:t>
    </dgm:pt>
    <dgm:pt modelId="{2DFDED78-D10B-4CEF-975D-A8AEEAC7395C}" type="sibTrans" cxnId="{4F6ED20E-46D5-4E61-807D-2B89D2970E89}">
      <dgm:prSet/>
      <dgm:spPr/>
      <dgm:t>
        <a:bodyPr/>
        <a:lstStyle/>
        <a:p>
          <a:endParaRPr lang="en-US"/>
        </a:p>
      </dgm:t>
    </dgm:pt>
    <dgm:pt modelId="{753B0B52-2DE1-4666-BAAA-2769F8ED540B}">
      <dgm:prSet/>
      <dgm:spPr/>
      <dgm:t>
        <a:bodyPr/>
        <a:lstStyle/>
        <a:p>
          <a:r>
            <a:rPr lang="en-US" dirty="0"/>
            <a:t>Dayana — publica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Ulearning</a:t>
          </a:r>
          <a:r>
            <a:rPr lang="en-US" dirty="0"/>
            <a:t> e </a:t>
          </a:r>
          <a:r>
            <a:rPr lang="en-US" dirty="0" err="1"/>
            <a:t>acompanha</a:t>
          </a:r>
          <a:r>
            <a:rPr lang="en-US" dirty="0"/>
            <a:t> </a:t>
          </a:r>
          <a:r>
            <a:rPr lang="en-US" dirty="0" err="1"/>
            <a:t>evidências</a:t>
          </a:r>
          <a:endParaRPr lang="en-US" dirty="0"/>
        </a:p>
      </dgm:t>
    </dgm:pt>
    <dgm:pt modelId="{F5788C2B-7650-4E17-9B84-15FCC448A87D}" type="parTrans" cxnId="{60404D62-8D0E-46D7-A59D-A4EBA2F2C64E}">
      <dgm:prSet/>
      <dgm:spPr/>
      <dgm:t>
        <a:bodyPr/>
        <a:lstStyle/>
        <a:p>
          <a:endParaRPr lang="en-US"/>
        </a:p>
      </dgm:t>
    </dgm:pt>
    <dgm:pt modelId="{9448C8C7-14A9-4C16-B2A1-07C98EAC50A2}" type="sibTrans" cxnId="{60404D62-8D0E-46D7-A59D-A4EBA2F2C64E}">
      <dgm:prSet/>
      <dgm:spPr/>
      <dgm:t>
        <a:bodyPr/>
        <a:lstStyle/>
        <a:p>
          <a:endParaRPr lang="en-US"/>
        </a:p>
      </dgm:t>
    </dgm:pt>
    <dgm:pt modelId="{CE7A76B6-25A2-4432-A4C6-B36CC6EEC15D}">
      <dgm:prSet/>
      <dgm:spPr/>
      <dgm:t>
        <a:bodyPr/>
        <a:lstStyle/>
        <a:p>
          <a:r>
            <a:rPr lang="en-US" dirty="0"/>
            <a:t>Lara — </a:t>
          </a:r>
          <a:r>
            <a:rPr lang="en-US" dirty="0" err="1"/>
            <a:t>prioriza</a:t>
          </a:r>
          <a:r>
            <a:rPr lang="en-US" dirty="0"/>
            <a:t>, </a:t>
          </a:r>
          <a:r>
            <a:rPr lang="en-US" dirty="0" err="1"/>
            <a:t>garante</a:t>
          </a:r>
          <a:r>
            <a:rPr lang="en-US" dirty="0"/>
            <a:t> </a:t>
          </a:r>
          <a:r>
            <a:rPr lang="en-US" dirty="0" err="1"/>
            <a:t>capacidade</a:t>
          </a:r>
          <a:r>
            <a:rPr lang="en-US" dirty="0"/>
            <a:t> e </a:t>
          </a:r>
          <a:r>
            <a:rPr lang="en-US" dirty="0" err="1"/>
            <a:t>desbloqueia</a:t>
          </a:r>
          <a:r>
            <a:rPr lang="en-US" dirty="0"/>
            <a:t> a UR</a:t>
          </a:r>
        </a:p>
      </dgm:t>
    </dgm:pt>
    <dgm:pt modelId="{65186754-D8A1-4F54-8EA7-EC74FAE11813}" type="parTrans" cxnId="{FFD5AE5C-C751-4C67-A8A6-3F642F80299A}">
      <dgm:prSet/>
      <dgm:spPr/>
      <dgm:t>
        <a:bodyPr/>
        <a:lstStyle/>
        <a:p>
          <a:endParaRPr lang="en-US"/>
        </a:p>
      </dgm:t>
    </dgm:pt>
    <dgm:pt modelId="{F4DEFC06-759F-457F-A5D0-1EB4DC7A6532}" type="sibTrans" cxnId="{FFD5AE5C-C751-4C67-A8A6-3F642F80299A}">
      <dgm:prSet/>
      <dgm:spPr/>
      <dgm:t>
        <a:bodyPr/>
        <a:lstStyle/>
        <a:p>
          <a:endParaRPr lang="en-US"/>
        </a:p>
      </dgm:t>
    </dgm:pt>
    <dgm:pt modelId="{817675BE-FFF8-441D-9905-7A2B3C9CB2AB}">
      <dgm:prSet/>
      <dgm:spPr/>
      <dgm:t>
        <a:bodyPr/>
        <a:lstStyle/>
        <a:p>
          <a:r>
            <a:rPr lang="en-US" b="0" dirty="0" err="1"/>
            <a:t>Fluxo</a:t>
          </a:r>
          <a:r>
            <a:rPr lang="en-US" b="0" dirty="0"/>
            <a:t>: Gilson </a:t>
          </a:r>
          <a:r>
            <a:rPr lang="en-US" b="0" dirty="0" err="1"/>
            <a:t>planeja</a:t>
          </a:r>
          <a:r>
            <a:rPr lang="en-US" b="0" dirty="0"/>
            <a:t> → André </a:t>
          </a:r>
          <a:r>
            <a:rPr lang="en-US" b="0" dirty="0" err="1"/>
            <a:t>valida</a:t>
          </a:r>
          <a:r>
            <a:rPr lang="en-US" b="0" dirty="0"/>
            <a:t> → Dayana publica → Lara decide </a:t>
          </a:r>
          <a:r>
            <a:rPr lang="en-US" b="0" dirty="0" err="1"/>
            <a:t>capacidade</a:t>
          </a:r>
          <a:endParaRPr lang="en-US" b="0" dirty="0"/>
        </a:p>
      </dgm:t>
    </dgm:pt>
    <dgm:pt modelId="{B585EBFC-2459-4880-9D69-015583306510}" type="parTrans" cxnId="{C0B4FB81-BDC8-4704-A702-95B4A7F5C6EE}">
      <dgm:prSet/>
      <dgm:spPr/>
      <dgm:t>
        <a:bodyPr/>
        <a:lstStyle/>
        <a:p>
          <a:endParaRPr lang="en-US"/>
        </a:p>
      </dgm:t>
    </dgm:pt>
    <dgm:pt modelId="{B34E8D6F-9155-4F90-BB73-05589277021F}" type="sibTrans" cxnId="{C0B4FB81-BDC8-4704-A702-95B4A7F5C6EE}">
      <dgm:prSet/>
      <dgm:spPr/>
      <dgm:t>
        <a:bodyPr/>
        <a:lstStyle/>
        <a:p>
          <a:endParaRPr lang="en-US"/>
        </a:p>
      </dgm:t>
    </dgm:pt>
    <dgm:pt modelId="{0943448C-B184-472B-B0E1-F1D61AA4E70D}" type="pres">
      <dgm:prSet presAssocID="{397FBA82-7ACB-47EB-9272-CA596FCB22CD}" presName="vert0" presStyleCnt="0">
        <dgm:presLayoutVars>
          <dgm:dir/>
          <dgm:animOne val="branch"/>
          <dgm:animLvl val="lvl"/>
        </dgm:presLayoutVars>
      </dgm:prSet>
      <dgm:spPr/>
    </dgm:pt>
    <dgm:pt modelId="{7A6493AC-C8C5-4BEE-8A11-F15572DB2238}" type="pres">
      <dgm:prSet presAssocID="{7ACC2356-3E58-4C36-834B-B6BDA8F4D916}" presName="thickLine" presStyleLbl="alignNode1" presStyleIdx="0" presStyleCnt="5"/>
      <dgm:spPr/>
    </dgm:pt>
    <dgm:pt modelId="{2B667DEF-9639-4100-AE46-012210A553D1}" type="pres">
      <dgm:prSet presAssocID="{7ACC2356-3E58-4C36-834B-B6BDA8F4D916}" presName="horz1" presStyleCnt="0"/>
      <dgm:spPr/>
    </dgm:pt>
    <dgm:pt modelId="{7FB02E9C-0087-41B6-B3EE-EEA775AFA9A6}" type="pres">
      <dgm:prSet presAssocID="{7ACC2356-3E58-4C36-834B-B6BDA8F4D916}" presName="tx1" presStyleLbl="revTx" presStyleIdx="0" presStyleCnt="5"/>
      <dgm:spPr/>
    </dgm:pt>
    <dgm:pt modelId="{344E9926-3BE5-4C84-AAB4-D05F610AA1F5}" type="pres">
      <dgm:prSet presAssocID="{7ACC2356-3E58-4C36-834B-B6BDA8F4D916}" presName="vert1" presStyleCnt="0"/>
      <dgm:spPr/>
    </dgm:pt>
    <dgm:pt modelId="{6E474EB8-5374-419D-BAC4-755CDE8B0510}" type="pres">
      <dgm:prSet presAssocID="{08A6461D-6219-4F13-95AA-2D2F4CBA2AFF}" presName="thickLine" presStyleLbl="alignNode1" presStyleIdx="1" presStyleCnt="5"/>
      <dgm:spPr/>
    </dgm:pt>
    <dgm:pt modelId="{6B4596D5-67BE-41D4-A334-F61DA14B1213}" type="pres">
      <dgm:prSet presAssocID="{08A6461D-6219-4F13-95AA-2D2F4CBA2AFF}" presName="horz1" presStyleCnt="0"/>
      <dgm:spPr/>
    </dgm:pt>
    <dgm:pt modelId="{448E586C-E87E-4611-AD01-CF7BC647A729}" type="pres">
      <dgm:prSet presAssocID="{08A6461D-6219-4F13-95AA-2D2F4CBA2AFF}" presName="tx1" presStyleLbl="revTx" presStyleIdx="1" presStyleCnt="5"/>
      <dgm:spPr/>
    </dgm:pt>
    <dgm:pt modelId="{FA5CE167-2801-4C98-8A2F-F66C83A48DD1}" type="pres">
      <dgm:prSet presAssocID="{08A6461D-6219-4F13-95AA-2D2F4CBA2AFF}" presName="vert1" presStyleCnt="0"/>
      <dgm:spPr/>
    </dgm:pt>
    <dgm:pt modelId="{3A7E6BA3-F2DD-4C31-BDAE-D4BA2C24BEEE}" type="pres">
      <dgm:prSet presAssocID="{753B0B52-2DE1-4666-BAAA-2769F8ED540B}" presName="thickLine" presStyleLbl="alignNode1" presStyleIdx="2" presStyleCnt="5"/>
      <dgm:spPr/>
    </dgm:pt>
    <dgm:pt modelId="{0EED0D48-7DD9-4C69-A624-2AFB876EB047}" type="pres">
      <dgm:prSet presAssocID="{753B0B52-2DE1-4666-BAAA-2769F8ED540B}" presName="horz1" presStyleCnt="0"/>
      <dgm:spPr/>
    </dgm:pt>
    <dgm:pt modelId="{95A7A653-8498-4C22-AEDB-469BD5E81C21}" type="pres">
      <dgm:prSet presAssocID="{753B0B52-2DE1-4666-BAAA-2769F8ED540B}" presName="tx1" presStyleLbl="revTx" presStyleIdx="2" presStyleCnt="5"/>
      <dgm:spPr/>
    </dgm:pt>
    <dgm:pt modelId="{7EC69363-2D7D-444A-BAD8-9F59857606E4}" type="pres">
      <dgm:prSet presAssocID="{753B0B52-2DE1-4666-BAAA-2769F8ED540B}" presName="vert1" presStyleCnt="0"/>
      <dgm:spPr/>
    </dgm:pt>
    <dgm:pt modelId="{629193FD-0B98-4FB4-AFF3-50EDC9CAA4A8}" type="pres">
      <dgm:prSet presAssocID="{CE7A76B6-25A2-4432-A4C6-B36CC6EEC15D}" presName="thickLine" presStyleLbl="alignNode1" presStyleIdx="3" presStyleCnt="5"/>
      <dgm:spPr/>
    </dgm:pt>
    <dgm:pt modelId="{D3B2FE2C-6773-4BE2-8A41-F151459F7925}" type="pres">
      <dgm:prSet presAssocID="{CE7A76B6-25A2-4432-A4C6-B36CC6EEC15D}" presName="horz1" presStyleCnt="0"/>
      <dgm:spPr/>
    </dgm:pt>
    <dgm:pt modelId="{C910E9D1-57DB-4F7C-B897-B5BD4282AF67}" type="pres">
      <dgm:prSet presAssocID="{CE7A76B6-25A2-4432-A4C6-B36CC6EEC15D}" presName="tx1" presStyleLbl="revTx" presStyleIdx="3" presStyleCnt="5"/>
      <dgm:spPr/>
    </dgm:pt>
    <dgm:pt modelId="{7D1DA0FD-A62A-40DA-97A4-3C87FC71A3A0}" type="pres">
      <dgm:prSet presAssocID="{CE7A76B6-25A2-4432-A4C6-B36CC6EEC15D}" presName="vert1" presStyleCnt="0"/>
      <dgm:spPr/>
    </dgm:pt>
    <dgm:pt modelId="{4D5D2A07-32A1-4111-A36D-6321507C3755}" type="pres">
      <dgm:prSet presAssocID="{817675BE-FFF8-441D-9905-7A2B3C9CB2AB}" presName="thickLine" presStyleLbl="alignNode1" presStyleIdx="4" presStyleCnt="5"/>
      <dgm:spPr/>
    </dgm:pt>
    <dgm:pt modelId="{5AD13B78-9F66-4AD1-8D06-C268C89BAE56}" type="pres">
      <dgm:prSet presAssocID="{817675BE-FFF8-441D-9905-7A2B3C9CB2AB}" presName="horz1" presStyleCnt="0"/>
      <dgm:spPr/>
    </dgm:pt>
    <dgm:pt modelId="{FC147700-F4F7-4561-9706-B7DB3477599E}" type="pres">
      <dgm:prSet presAssocID="{817675BE-FFF8-441D-9905-7A2B3C9CB2AB}" presName="tx1" presStyleLbl="revTx" presStyleIdx="4" presStyleCnt="5"/>
      <dgm:spPr/>
    </dgm:pt>
    <dgm:pt modelId="{937759EF-ED00-4E01-8712-D60E2DF37228}" type="pres">
      <dgm:prSet presAssocID="{817675BE-FFF8-441D-9905-7A2B3C9CB2AB}" presName="vert1" presStyleCnt="0"/>
      <dgm:spPr/>
    </dgm:pt>
  </dgm:ptLst>
  <dgm:cxnLst>
    <dgm:cxn modelId="{4F6ED20E-46D5-4E61-807D-2B89D2970E89}" srcId="{397FBA82-7ACB-47EB-9272-CA596FCB22CD}" destId="{08A6461D-6219-4F13-95AA-2D2F4CBA2AFF}" srcOrd="1" destOrd="0" parTransId="{CEFDEBAF-B315-4A72-AAEF-307D35D477FE}" sibTransId="{2DFDED78-D10B-4CEF-975D-A8AEEAC7395C}"/>
    <dgm:cxn modelId="{D442A51D-9AEE-4F2E-A5CC-454B7895A0EC}" type="presOf" srcId="{08A6461D-6219-4F13-95AA-2D2F4CBA2AFF}" destId="{448E586C-E87E-4611-AD01-CF7BC647A729}" srcOrd="0" destOrd="0" presId="urn:microsoft.com/office/officeart/2008/layout/LinedList"/>
    <dgm:cxn modelId="{72E80B2D-3366-4F51-80AB-8E979AC7E591}" type="presOf" srcId="{CE7A76B6-25A2-4432-A4C6-B36CC6EEC15D}" destId="{C910E9D1-57DB-4F7C-B897-B5BD4282AF67}" srcOrd="0" destOrd="0" presId="urn:microsoft.com/office/officeart/2008/layout/LinedList"/>
    <dgm:cxn modelId="{FFD5AE5C-C751-4C67-A8A6-3F642F80299A}" srcId="{397FBA82-7ACB-47EB-9272-CA596FCB22CD}" destId="{CE7A76B6-25A2-4432-A4C6-B36CC6EEC15D}" srcOrd="3" destOrd="0" parTransId="{65186754-D8A1-4F54-8EA7-EC74FAE11813}" sibTransId="{F4DEFC06-759F-457F-A5D0-1EB4DC7A6532}"/>
    <dgm:cxn modelId="{60404D62-8D0E-46D7-A59D-A4EBA2F2C64E}" srcId="{397FBA82-7ACB-47EB-9272-CA596FCB22CD}" destId="{753B0B52-2DE1-4666-BAAA-2769F8ED540B}" srcOrd="2" destOrd="0" parTransId="{F5788C2B-7650-4E17-9B84-15FCC448A87D}" sibTransId="{9448C8C7-14A9-4C16-B2A1-07C98EAC50A2}"/>
    <dgm:cxn modelId="{C0B4FB81-BDC8-4704-A702-95B4A7F5C6EE}" srcId="{397FBA82-7ACB-47EB-9272-CA596FCB22CD}" destId="{817675BE-FFF8-441D-9905-7A2B3C9CB2AB}" srcOrd="4" destOrd="0" parTransId="{B585EBFC-2459-4880-9D69-015583306510}" sibTransId="{B34E8D6F-9155-4F90-BB73-05589277021F}"/>
    <dgm:cxn modelId="{AB5A9F94-D9C5-4CFA-B808-36C6F8A60B1B}" srcId="{397FBA82-7ACB-47EB-9272-CA596FCB22CD}" destId="{7ACC2356-3E58-4C36-834B-B6BDA8F4D916}" srcOrd="0" destOrd="0" parTransId="{C63E4696-B592-468E-B341-A2F33958C4B9}" sibTransId="{8B6430AE-5C64-429F-819F-08E034B0D77D}"/>
    <dgm:cxn modelId="{F0D25EB1-9DEE-47CF-B0D9-BC5949CE7BF1}" type="presOf" srcId="{753B0B52-2DE1-4666-BAAA-2769F8ED540B}" destId="{95A7A653-8498-4C22-AEDB-469BD5E81C21}" srcOrd="0" destOrd="0" presId="urn:microsoft.com/office/officeart/2008/layout/LinedList"/>
    <dgm:cxn modelId="{B0A9F2C6-517C-4F24-B5D2-7BA3B3BAFA78}" type="presOf" srcId="{817675BE-FFF8-441D-9905-7A2B3C9CB2AB}" destId="{FC147700-F4F7-4561-9706-B7DB3477599E}" srcOrd="0" destOrd="0" presId="urn:microsoft.com/office/officeart/2008/layout/LinedList"/>
    <dgm:cxn modelId="{0A65C1EA-55D1-402B-8EE2-893DA512711F}" type="presOf" srcId="{397FBA82-7ACB-47EB-9272-CA596FCB22CD}" destId="{0943448C-B184-472B-B0E1-F1D61AA4E70D}" srcOrd="0" destOrd="0" presId="urn:microsoft.com/office/officeart/2008/layout/LinedList"/>
    <dgm:cxn modelId="{94386DF4-B8F2-4178-8421-1714D7B2544E}" type="presOf" srcId="{7ACC2356-3E58-4C36-834B-B6BDA8F4D916}" destId="{7FB02E9C-0087-41B6-B3EE-EEA775AFA9A6}" srcOrd="0" destOrd="0" presId="urn:microsoft.com/office/officeart/2008/layout/LinedList"/>
    <dgm:cxn modelId="{17D39A32-3269-4C4F-AF74-32BF8221FA3F}" type="presParOf" srcId="{0943448C-B184-472B-B0E1-F1D61AA4E70D}" destId="{7A6493AC-C8C5-4BEE-8A11-F15572DB2238}" srcOrd="0" destOrd="0" presId="urn:microsoft.com/office/officeart/2008/layout/LinedList"/>
    <dgm:cxn modelId="{4284F88B-0E5F-458F-9548-4C29C06DCE26}" type="presParOf" srcId="{0943448C-B184-472B-B0E1-F1D61AA4E70D}" destId="{2B667DEF-9639-4100-AE46-012210A553D1}" srcOrd="1" destOrd="0" presId="urn:microsoft.com/office/officeart/2008/layout/LinedList"/>
    <dgm:cxn modelId="{73E6710E-FCD2-4443-823D-3FFC5EC6F025}" type="presParOf" srcId="{2B667DEF-9639-4100-AE46-012210A553D1}" destId="{7FB02E9C-0087-41B6-B3EE-EEA775AFA9A6}" srcOrd="0" destOrd="0" presId="urn:microsoft.com/office/officeart/2008/layout/LinedList"/>
    <dgm:cxn modelId="{74F3FC89-4117-4957-9DD4-1BD96D322A63}" type="presParOf" srcId="{2B667DEF-9639-4100-AE46-012210A553D1}" destId="{344E9926-3BE5-4C84-AAB4-D05F610AA1F5}" srcOrd="1" destOrd="0" presId="urn:microsoft.com/office/officeart/2008/layout/LinedList"/>
    <dgm:cxn modelId="{287CAD93-CEF6-4A02-AECD-E3E5481306D0}" type="presParOf" srcId="{0943448C-B184-472B-B0E1-F1D61AA4E70D}" destId="{6E474EB8-5374-419D-BAC4-755CDE8B0510}" srcOrd="2" destOrd="0" presId="urn:microsoft.com/office/officeart/2008/layout/LinedList"/>
    <dgm:cxn modelId="{F498A062-6674-4E7B-8E86-1EC8DE357C7A}" type="presParOf" srcId="{0943448C-B184-472B-B0E1-F1D61AA4E70D}" destId="{6B4596D5-67BE-41D4-A334-F61DA14B1213}" srcOrd="3" destOrd="0" presId="urn:microsoft.com/office/officeart/2008/layout/LinedList"/>
    <dgm:cxn modelId="{0DE58B11-AAB4-43CE-A961-FE17844BD9A8}" type="presParOf" srcId="{6B4596D5-67BE-41D4-A334-F61DA14B1213}" destId="{448E586C-E87E-4611-AD01-CF7BC647A729}" srcOrd="0" destOrd="0" presId="urn:microsoft.com/office/officeart/2008/layout/LinedList"/>
    <dgm:cxn modelId="{C6DD3691-050B-42A5-AA59-579B132E3E1C}" type="presParOf" srcId="{6B4596D5-67BE-41D4-A334-F61DA14B1213}" destId="{FA5CE167-2801-4C98-8A2F-F66C83A48DD1}" srcOrd="1" destOrd="0" presId="urn:microsoft.com/office/officeart/2008/layout/LinedList"/>
    <dgm:cxn modelId="{B14634E8-25C9-4699-A1E8-725819F78CEB}" type="presParOf" srcId="{0943448C-B184-472B-B0E1-F1D61AA4E70D}" destId="{3A7E6BA3-F2DD-4C31-BDAE-D4BA2C24BEEE}" srcOrd="4" destOrd="0" presId="urn:microsoft.com/office/officeart/2008/layout/LinedList"/>
    <dgm:cxn modelId="{B7D96A2B-B5CF-4866-85D7-E549E94E0E72}" type="presParOf" srcId="{0943448C-B184-472B-B0E1-F1D61AA4E70D}" destId="{0EED0D48-7DD9-4C69-A624-2AFB876EB047}" srcOrd="5" destOrd="0" presId="urn:microsoft.com/office/officeart/2008/layout/LinedList"/>
    <dgm:cxn modelId="{E4769A84-65D5-4517-9472-BAFAA3929DF1}" type="presParOf" srcId="{0EED0D48-7DD9-4C69-A624-2AFB876EB047}" destId="{95A7A653-8498-4C22-AEDB-469BD5E81C21}" srcOrd="0" destOrd="0" presId="urn:microsoft.com/office/officeart/2008/layout/LinedList"/>
    <dgm:cxn modelId="{D78E56E8-EF8B-47C1-889B-938C5530C571}" type="presParOf" srcId="{0EED0D48-7DD9-4C69-A624-2AFB876EB047}" destId="{7EC69363-2D7D-444A-BAD8-9F59857606E4}" srcOrd="1" destOrd="0" presId="urn:microsoft.com/office/officeart/2008/layout/LinedList"/>
    <dgm:cxn modelId="{EBD20F79-0117-4503-A032-3CA06C7F7CBC}" type="presParOf" srcId="{0943448C-B184-472B-B0E1-F1D61AA4E70D}" destId="{629193FD-0B98-4FB4-AFF3-50EDC9CAA4A8}" srcOrd="6" destOrd="0" presId="urn:microsoft.com/office/officeart/2008/layout/LinedList"/>
    <dgm:cxn modelId="{32BE1FF4-88E9-4606-A58D-8B4C21B0AC69}" type="presParOf" srcId="{0943448C-B184-472B-B0E1-F1D61AA4E70D}" destId="{D3B2FE2C-6773-4BE2-8A41-F151459F7925}" srcOrd="7" destOrd="0" presId="urn:microsoft.com/office/officeart/2008/layout/LinedList"/>
    <dgm:cxn modelId="{C65C1DF9-B1DC-4EA8-BC23-763645465B7A}" type="presParOf" srcId="{D3B2FE2C-6773-4BE2-8A41-F151459F7925}" destId="{C910E9D1-57DB-4F7C-B897-B5BD4282AF67}" srcOrd="0" destOrd="0" presId="urn:microsoft.com/office/officeart/2008/layout/LinedList"/>
    <dgm:cxn modelId="{495290EA-7BF5-4BAD-B217-B239279922FB}" type="presParOf" srcId="{D3B2FE2C-6773-4BE2-8A41-F151459F7925}" destId="{7D1DA0FD-A62A-40DA-97A4-3C87FC71A3A0}" srcOrd="1" destOrd="0" presId="urn:microsoft.com/office/officeart/2008/layout/LinedList"/>
    <dgm:cxn modelId="{CDEAA851-7CC2-4BB1-B3CB-308F89495ED5}" type="presParOf" srcId="{0943448C-B184-472B-B0E1-F1D61AA4E70D}" destId="{4D5D2A07-32A1-4111-A36D-6321507C3755}" srcOrd="8" destOrd="0" presId="urn:microsoft.com/office/officeart/2008/layout/LinedList"/>
    <dgm:cxn modelId="{FC4989B0-7BB2-44BF-8984-A6DF85E89804}" type="presParOf" srcId="{0943448C-B184-472B-B0E1-F1D61AA4E70D}" destId="{5AD13B78-9F66-4AD1-8D06-C268C89BAE56}" srcOrd="9" destOrd="0" presId="urn:microsoft.com/office/officeart/2008/layout/LinedList"/>
    <dgm:cxn modelId="{828922ED-7E23-47E9-A4D6-AE17D7085D47}" type="presParOf" srcId="{5AD13B78-9F66-4AD1-8D06-C268C89BAE56}" destId="{FC147700-F4F7-4561-9706-B7DB3477599E}" srcOrd="0" destOrd="0" presId="urn:microsoft.com/office/officeart/2008/layout/LinedList"/>
    <dgm:cxn modelId="{4412FE6D-C510-44CB-8F23-4B46C274C771}" type="presParOf" srcId="{5AD13B78-9F66-4AD1-8D06-C268C89BAE56}" destId="{937759EF-ED00-4E01-8712-D60E2DF372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8ACC7D-6235-49C9-92C6-55046C7ACAB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29DD86F-3039-4602-A427-4D521C2D6EC6}">
      <dgm:prSet/>
      <dgm:spPr/>
      <dgm:t>
        <a:bodyPr/>
        <a:lstStyle/>
        <a:p>
          <a:r>
            <a:rPr lang="en-US" dirty="0" err="1"/>
            <a:t>Participante</a:t>
          </a:r>
          <a:r>
            <a:rPr lang="en-US" dirty="0"/>
            <a:t> — </a:t>
          </a:r>
          <a:r>
            <a:rPr lang="en-US" dirty="0" err="1"/>
            <a:t>consome</a:t>
          </a:r>
          <a:r>
            <a:rPr lang="en-US" dirty="0"/>
            <a:t> a </a:t>
          </a:r>
          <a:r>
            <a:rPr lang="en-US" dirty="0" err="1"/>
            <a:t>trilha</a:t>
          </a:r>
          <a:r>
            <a:rPr lang="en-US" dirty="0"/>
            <a:t> e </a:t>
          </a:r>
          <a:r>
            <a:rPr lang="en-US" dirty="0" err="1"/>
            <a:t>registra</a:t>
          </a:r>
          <a:r>
            <a:rPr lang="en-US" dirty="0"/>
            <a:t> </a:t>
          </a:r>
          <a:r>
            <a:rPr lang="en-US" dirty="0" err="1"/>
            <a:t>evidências</a:t>
          </a:r>
          <a:r>
            <a:rPr lang="en-US" dirty="0"/>
            <a:t> no backlog</a:t>
          </a:r>
        </a:p>
      </dgm:t>
    </dgm:pt>
    <dgm:pt modelId="{FD207F87-F1FB-4875-9AE8-A07C5616D931}" type="parTrans" cxnId="{C8C43B31-F035-458C-96D5-3FADAAC1E42A}">
      <dgm:prSet/>
      <dgm:spPr/>
      <dgm:t>
        <a:bodyPr/>
        <a:lstStyle/>
        <a:p>
          <a:endParaRPr lang="en-US"/>
        </a:p>
      </dgm:t>
    </dgm:pt>
    <dgm:pt modelId="{A00C7DFE-2B23-4C95-9CCC-D51AF87C730E}" type="sibTrans" cxnId="{C8C43B31-F035-458C-96D5-3FADAAC1E42A}">
      <dgm:prSet/>
      <dgm:spPr/>
      <dgm:t>
        <a:bodyPr/>
        <a:lstStyle/>
        <a:p>
          <a:endParaRPr lang="en-US"/>
        </a:p>
      </dgm:t>
    </dgm:pt>
    <dgm:pt modelId="{D88E70B2-A471-4D2E-897D-541C49B6B4AF}">
      <dgm:prSet/>
      <dgm:spPr/>
      <dgm:t>
        <a:bodyPr/>
        <a:lstStyle/>
        <a:p>
          <a:r>
            <a:rPr lang="en-US" dirty="0"/>
            <a:t>Par de entrada — </a:t>
          </a:r>
          <a:r>
            <a:rPr lang="en-US" dirty="0" err="1"/>
            <a:t>acolhe</a:t>
          </a:r>
          <a:r>
            <a:rPr lang="en-US" dirty="0"/>
            <a:t>, </a:t>
          </a:r>
          <a:r>
            <a:rPr lang="en-US" dirty="0" err="1"/>
            <a:t>valida</a:t>
          </a:r>
          <a:r>
            <a:rPr lang="en-US" dirty="0"/>
            <a:t> ONB-01 e </a:t>
          </a:r>
          <a:r>
            <a:rPr lang="en-US" dirty="0" err="1"/>
            <a:t>orienta</a:t>
          </a:r>
          <a:r>
            <a:rPr lang="en-US" dirty="0"/>
            <a:t> o </a:t>
          </a:r>
          <a:r>
            <a:rPr lang="en-US" dirty="0" err="1"/>
            <a:t>caminho</a:t>
          </a:r>
          <a:endParaRPr lang="en-US" dirty="0"/>
        </a:p>
      </dgm:t>
    </dgm:pt>
    <dgm:pt modelId="{0EDB0309-5065-48EA-B9BE-636BB80D509E}" type="parTrans" cxnId="{3FAC017E-F643-4DF5-B5EC-865D538019A2}">
      <dgm:prSet/>
      <dgm:spPr/>
      <dgm:t>
        <a:bodyPr/>
        <a:lstStyle/>
        <a:p>
          <a:endParaRPr lang="en-US"/>
        </a:p>
      </dgm:t>
    </dgm:pt>
    <dgm:pt modelId="{25701F56-8F0D-4B06-A1EF-965D559235EA}" type="sibTrans" cxnId="{3FAC017E-F643-4DF5-B5EC-865D538019A2}">
      <dgm:prSet/>
      <dgm:spPr/>
      <dgm:t>
        <a:bodyPr/>
        <a:lstStyle/>
        <a:p>
          <a:endParaRPr lang="en-US"/>
        </a:p>
      </dgm:t>
    </dgm:pt>
    <dgm:pt modelId="{DF9F8883-38B6-4F1C-829C-077FB1969A65}">
      <dgm:prSet/>
      <dgm:spPr/>
      <dgm:t>
        <a:bodyPr/>
        <a:lstStyle/>
        <a:p>
          <a:r>
            <a:rPr lang="en-US" dirty="0"/>
            <a:t>Tech Lead — </a:t>
          </a:r>
          <a:r>
            <a:rPr lang="en-US" dirty="0" err="1"/>
            <a:t>valida</a:t>
          </a:r>
          <a:r>
            <a:rPr lang="en-US" dirty="0"/>
            <a:t> o </a:t>
          </a:r>
          <a:r>
            <a:rPr lang="en-US" dirty="0" err="1"/>
            <a:t>projeto</a:t>
          </a:r>
          <a:r>
            <a:rPr lang="en-US" dirty="0"/>
            <a:t>, define PRJ-01 e </a:t>
          </a:r>
          <a:r>
            <a:rPr lang="en-US" dirty="0" err="1"/>
            <a:t>conduz</a:t>
          </a:r>
          <a:r>
            <a:rPr lang="en-US" dirty="0"/>
            <a:t> EVAL-01</a:t>
          </a:r>
        </a:p>
      </dgm:t>
    </dgm:pt>
    <dgm:pt modelId="{DD627DE4-4C13-4D76-B62E-78E12B0BBD16}" type="parTrans" cxnId="{C4436139-4748-459E-928E-B652B3E2D931}">
      <dgm:prSet/>
      <dgm:spPr/>
      <dgm:t>
        <a:bodyPr/>
        <a:lstStyle/>
        <a:p>
          <a:endParaRPr lang="en-US"/>
        </a:p>
      </dgm:t>
    </dgm:pt>
    <dgm:pt modelId="{6372CB27-0187-4BC6-A192-9466E79F343E}" type="sibTrans" cxnId="{C4436139-4748-459E-928E-B652B3E2D931}">
      <dgm:prSet/>
      <dgm:spPr/>
      <dgm:t>
        <a:bodyPr/>
        <a:lstStyle/>
        <a:p>
          <a:endParaRPr lang="en-US"/>
        </a:p>
      </dgm:t>
    </dgm:pt>
    <dgm:pt modelId="{DB46CBE6-CD67-4810-A31C-B223EEF919B3}">
      <dgm:prSet/>
      <dgm:spPr/>
      <dgm:t>
        <a:bodyPr/>
        <a:lstStyle/>
        <a:p>
          <a:r>
            <a:rPr lang="en-US" b="0" dirty="0" err="1"/>
            <a:t>Encaminhamento</a:t>
          </a:r>
          <a:r>
            <a:rPr lang="en-US" b="0" dirty="0"/>
            <a:t>: CDF → André | </a:t>
          </a:r>
          <a:r>
            <a:rPr lang="en-US" b="0" dirty="0" err="1"/>
            <a:t>projeto</a:t>
          </a:r>
          <a:r>
            <a:rPr lang="en-US" b="0" dirty="0"/>
            <a:t> → Tech Lead | </a:t>
          </a:r>
          <a:r>
            <a:rPr lang="en-US" b="0" dirty="0" err="1"/>
            <a:t>bloqueio</a:t>
          </a:r>
          <a:r>
            <a:rPr lang="en-US" b="0" dirty="0"/>
            <a:t> → UR</a:t>
          </a:r>
        </a:p>
      </dgm:t>
    </dgm:pt>
    <dgm:pt modelId="{9D2F0CCC-20A5-4A32-95F2-B15AE5C12C89}" type="parTrans" cxnId="{A8DF82DC-BAC8-40EC-B21D-F153114B67E4}">
      <dgm:prSet/>
      <dgm:spPr/>
      <dgm:t>
        <a:bodyPr/>
        <a:lstStyle/>
        <a:p>
          <a:endParaRPr lang="en-US"/>
        </a:p>
      </dgm:t>
    </dgm:pt>
    <dgm:pt modelId="{ED4CC173-A5F2-4427-BC31-DF1BFBE3E2E2}" type="sibTrans" cxnId="{A8DF82DC-BAC8-40EC-B21D-F153114B67E4}">
      <dgm:prSet/>
      <dgm:spPr/>
      <dgm:t>
        <a:bodyPr/>
        <a:lstStyle/>
        <a:p>
          <a:endParaRPr lang="en-US"/>
        </a:p>
      </dgm:t>
    </dgm:pt>
    <dgm:pt modelId="{7B935343-0B5D-42C8-9EC9-967C57707FD4}" type="pres">
      <dgm:prSet presAssocID="{C88ACC7D-6235-49C9-92C6-55046C7ACABD}" presName="linear" presStyleCnt="0">
        <dgm:presLayoutVars>
          <dgm:animLvl val="lvl"/>
          <dgm:resizeHandles val="exact"/>
        </dgm:presLayoutVars>
      </dgm:prSet>
      <dgm:spPr/>
    </dgm:pt>
    <dgm:pt modelId="{B6FA63F3-F124-4CF6-9906-5446429A80C1}" type="pres">
      <dgm:prSet presAssocID="{F29DD86F-3039-4602-A427-4D521C2D6EC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ABA812-80A1-4F2A-B7D7-658AA7F66B92}" type="pres">
      <dgm:prSet presAssocID="{A00C7DFE-2B23-4C95-9CCC-D51AF87C730E}" presName="spacer" presStyleCnt="0"/>
      <dgm:spPr/>
    </dgm:pt>
    <dgm:pt modelId="{388AE7B8-B8E6-4354-B230-EA770B0AF896}" type="pres">
      <dgm:prSet presAssocID="{D88E70B2-A471-4D2E-897D-541C49B6B4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BF2E3E-BA61-4576-A0CC-780F25632EA8}" type="pres">
      <dgm:prSet presAssocID="{25701F56-8F0D-4B06-A1EF-965D559235EA}" presName="spacer" presStyleCnt="0"/>
      <dgm:spPr/>
    </dgm:pt>
    <dgm:pt modelId="{F2024BA8-7239-4E7A-B012-005ACFD44B82}" type="pres">
      <dgm:prSet presAssocID="{DF9F8883-38B6-4F1C-829C-077FB1969A6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0FA875E-4247-400C-B11C-695E59571E33}" type="pres">
      <dgm:prSet presAssocID="{6372CB27-0187-4BC6-A192-9466E79F343E}" presName="spacer" presStyleCnt="0"/>
      <dgm:spPr/>
    </dgm:pt>
    <dgm:pt modelId="{CB257ADC-9552-43BB-9D9C-309A97E7A205}" type="pres">
      <dgm:prSet presAssocID="{DB46CBE6-CD67-4810-A31C-B223EEF919B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A7E821F-1007-43E7-B255-2657CCD649E7}" type="presOf" srcId="{DF9F8883-38B6-4F1C-829C-077FB1969A65}" destId="{F2024BA8-7239-4E7A-B012-005ACFD44B82}" srcOrd="0" destOrd="0" presId="urn:microsoft.com/office/officeart/2005/8/layout/vList2"/>
    <dgm:cxn modelId="{8FDBA026-5482-4FBE-8141-FC76E2D4EBA7}" type="presOf" srcId="{C88ACC7D-6235-49C9-92C6-55046C7ACABD}" destId="{7B935343-0B5D-42C8-9EC9-967C57707FD4}" srcOrd="0" destOrd="0" presId="urn:microsoft.com/office/officeart/2005/8/layout/vList2"/>
    <dgm:cxn modelId="{C8C43B31-F035-458C-96D5-3FADAAC1E42A}" srcId="{C88ACC7D-6235-49C9-92C6-55046C7ACABD}" destId="{F29DD86F-3039-4602-A427-4D521C2D6EC6}" srcOrd="0" destOrd="0" parTransId="{FD207F87-F1FB-4875-9AE8-A07C5616D931}" sibTransId="{A00C7DFE-2B23-4C95-9CCC-D51AF87C730E}"/>
    <dgm:cxn modelId="{C4436139-4748-459E-928E-B652B3E2D931}" srcId="{C88ACC7D-6235-49C9-92C6-55046C7ACABD}" destId="{DF9F8883-38B6-4F1C-829C-077FB1969A65}" srcOrd="2" destOrd="0" parTransId="{DD627DE4-4C13-4D76-B62E-78E12B0BBD16}" sibTransId="{6372CB27-0187-4BC6-A192-9466E79F343E}"/>
    <dgm:cxn modelId="{42969C76-B886-49C0-8D5D-CC47150D5CCE}" type="presOf" srcId="{D88E70B2-A471-4D2E-897D-541C49B6B4AF}" destId="{388AE7B8-B8E6-4354-B230-EA770B0AF896}" srcOrd="0" destOrd="0" presId="urn:microsoft.com/office/officeart/2005/8/layout/vList2"/>
    <dgm:cxn modelId="{3FAC017E-F643-4DF5-B5EC-865D538019A2}" srcId="{C88ACC7D-6235-49C9-92C6-55046C7ACABD}" destId="{D88E70B2-A471-4D2E-897D-541C49B6B4AF}" srcOrd="1" destOrd="0" parTransId="{0EDB0309-5065-48EA-B9BE-636BB80D509E}" sibTransId="{25701F56-8F0D-4B06-A1EF-965D559235EA}"/>
    <dgm:cxn modelId="{7CA4CF85-57CF-4AE6-81FB-AB8206F7CDBC}" type="presOf" srcId="{DB46CBE6-CD67-4810-A31C-B223EEF919B3}" destId="{CB257ADC-9552-43BB-9D9C-309A97E7A205}" srcOrd="0" destOrd="0" presId="urn:microsoft.com/office/officeart/2005/8/layout/vList2"/>
    <dgm:cxn modelId="{A8DF82DC-BAC8-40EC-B21D-F153114B67E4}" srcId="{C88ACC7D-6235-49C9-92C6-55046C7ACABD}" destId="{DB46CBE6-CD67-4810-A31C-B223EEF919B3}" srcOrd="3" destOrd="0" parTransId="{9D2F0CCC-20A5-4A32-95F2-B15AE5C12C89}" sibTransId="{ED4CC173-A5F2-4427-BC31-DF1BFBE3E2E2}"/>
    <dgm:cxn modelId="{64C993E9-FE9A-42DF-9DFA-6149B22BB98E}" type="presOf" srcId="{F29DD86F-3039-4602-A427-4D521C2D6EC6}" destId="{B6FA63F3-F124-4CF6-9906-5446429A80C1}" srcOrd="0" destOrd="0" presId="urn:microsoft.com/office/officeart/2005/8/layout/vList2"/>
    <dgm:cxn modelId="{A0B8DA29-D2A8-4DD4-B32D-54360E26E497}" type="presParOf" srcId="{7B935343-0B5D-42C8-9EC9-967C57707FD4}" destId="{B6FA63F3-F124-4CF6-9906-5446429A80C1}" srcOrd="0" destOrd="0" presId="urn:microsoft.com/office/officeart/2005/8/layout/vList2"/>
    <dgm:cxn modelId="{EE5BDB51-099A-4786-A023-66D51B519ACB}" type="presParOf" srcId="{7B935343-0B5D-42C8-9EC9-967C57707FD4}" destId="{B4ABA812-80A1-4F2A-B7D7-658AA7F66B92}" srcOrd="1" destOrd="0" presId="urn:microsoft.com/office/officeart/2005/8/layout/vList2"/>
    <dgm:cxn modelId="{6CD9C086-F212-48B1-BA4E-B934169A407F}" type="presParOf" srcId="{7B935343-0B5D-42C8-9EC9-967C57707FD4}" destId="{388AE7B8-B8E6-4354-B230-EA770B0AF896}" srcOrd="2" destOrd="0" presId="urn:microsoft.com/office/officeart/2005/8/layout/vList2"/>
    <dgm:cxn modelId="{1A2321CB-57A2-4AC1-B254-9CCC73E5E90D}" type="presParOf" srcId="{7B935343-0B5D-42C8-9EC9-967C57707FD4}" destId="{BCBF2E3E-BA61-4576-A0CC-780F25632EA8}" srcOrd="3" destOrd="0" presId="urn:microsoft.com/office/officeart/2005/8/layout/vList2"/>
    <dgm:cxn modelId="{09DA6B0D-C07E-477A-A871-869A7741DF35}" type="presParOf" srcId="{7B935343-0B5D-42C8-9EC9-967C57707FD4}" destId="{F2024BA8-7239-4E7A-B012-005ACFD44B82}" srcOrd="4" destOrd="0" presId="urn:microsoft.com/office/officeart/2005/8/layout/vList2"/>
    <dgm:cxn modelId="{A4F2D857-660B-4B10-9ACC-CA00170444F3}" type="presParOf" srcId="{7B935343-0B5D-42C8-9EC9-967C57707FD4}" destId="{40FA875E-4247-400C-B11C-695E59571E33}" srcOrd="5" destOrd="0" presId="urn:microsoft.com/office/officeart/2005/8/layout/vList2"/>
    <dgm:cxn modelId="{72AF5EA9-E596-49A9-A26F-69EFE45B5F5B}" type="presParOf" srcId="{7B935343-0B5D-42C8-9EC9-967C57707FD4}" destId="{CB257ADC-9552-43BB-9D9C-309A97E7A2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3CE010-74E1-4BED-A1C7-EE4E01F6597D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AE5F595-EC80-4067-A2D1-DCE65AF91EBF}">
      <dgm:prSet/>
      <dgm:spPr/>
      <dgm:t>
        <a:bodyPr/>
        <a:lstStyle/>
        <a:p>
          <a:r>
            <a:rPr lang="en-US" dirty="0" err="1"/>
            <a:t>Produtor</a:t>
          </a:r>
          <a:r>
            <a:rPr lang="en-US" dirty="0"/>
            <a:t> </a:t>
          </a:r>
          <a:r>
            <a:rPr lang="en-US" dirty="0" err="1"/>
            <a:t>recebe</a:t>
          </a:r>
          <a:r>
            <a:rPr lang="en-US" dirty="0"/>
            <a:t> o </a:t>
          </a:r>
          <a:r>
            <a:rPr lang="en-US" dirty="0" err="1"/>
            <a:t>roteiro</a:t>
          </a:r>
          <a:r>
            <a:rPr lang="en-US" dirty="0"/>
            <a:t> </a:t>
          </a:r>
          <a:r>
            <a:rPr lang="en-US" dirty="0" err="1"/>
            <a:t>Vxx</a:t>
          </a:r>
          <a:r>
            <a:rPr lang="en-US" dirty="0"/>
            <a:t> com </a:t>
          </a:r>
          <a:r>
            <a:rPr lang="en-US" dirty="0" err="1"/>
            <a:t>DoR</a:t>
          </a:r>
          <a:r>
            <a:rPr lang="en-US" dirty="0"/>
            <a:t> </a:t>
          </a:r>
          <a:r>
            <a:rPr lang="en-US" dirty="0" err="1"/>
            <a:t>completo</a:t>
          </a:r>
          <a:endParaRPr lang="en-US" dirty="0"/>
        </a:p>
      </dgm:t>
    </dgm:pt>
    <dgm:pt modelId="{CD9EA39E-D2F9-4E9E-AD87-DCF316007B5F}" type="parTrans" cxnId="{B3AB3070-2509-4D39-9F48-B6AE2D47AC7C}">
      <dgm:prSet/>
      <dgm:spPr/>
      <dgm:t>
        <a:bodyPr/>
        <a:lstStyle/>
        <a:p>
          <a:endParaRPr lang="en-US"/>
        </a:p>
      </dgm:t>
    </dgm:pt>
    <dgm:pt modelId="{652CE5F0-D3D6-41F6-8B77-C30A54B060F9}" type="sibTrans" cxnId="{B3AB3070-2509-4D39-9F48-B6AE2D47AC7C}">
      <dgm:prSet/>
      <dgm:spPr/>
      <dgm:t>
        <a:bodyPr/>
        <a:lstStyle/>
        <a:p>
          <a:endParaRPr lang="en-US"/>
        </a:p>
      </dgm:t>
    </dgm:pt>
    <dgm:pt modelId="{B0F1AB2B-6BA7-4FA2-91AC-313CB8C69C92}">
      <dgm:prSet/>
      <dgm:spPr/>
      <dgm:t>
        <a:bodyPr/>
        <a:lstStyle/>
        <a:p>
          <a:r>
            <a:rPr lang="en-US" dirty="0"/>
            <a:t>Grava 8–12 min (dado </a:t>
          </a:r>
          <a:r>
            <a:rPr lang="en-US" dirty="0" err="1"/>
            <a:t>sintético</a:t>
          </a:r>
          <a:r>
            <a:rPr lang="en-US" dirty="0"/>
            <a:t>) → Em </a:t>
          </a:r>
          <a:r>
            <a:rPr lang="en-US" dirty="0" err="1"/>
            <a:t>revisão</a:t>
          </a:r>
          <a:r>
            <a:rPr lang="en-US" dirty="0"/>
            <a:t> </a:t>
          </a:r>
          <a:r>
            <a:rPr lang="en-US" dirty="0" err="1"/>
            <a:t>técnica</a:t>
          </a:r>
          <a:endParaRPr lang="en-US" dirty="0"/>
        </a:p>
      </dgm:t>
    </dgm:pt>
    <dgm:pt modelId="{AADD6DE9-0DB8-4CBB-BD3A-215E9DF218AF}" type="parTrans" cxnId="{B18E27D4-E776-4444-9844-98FC0FCFD3AC}">
      <dgm:prSet/>
      <dgm:spPr/>
      <dgm:t>
        <a:bodyPr/>
        <a:lstStyle/>
        <a:p>
          <a:endParaRPr lang="en-US"/>
        </a:p>
      </dgm:t>
    </dgm:pt>
    <dgm:pt modelId="{CCB21E25-C0E5-4C2B-ACC7-D56E139ABB1C}" type="sibTrans" cxnId="{B18E27D4-E776-4444-9844-98FC0FCFD3AC}">
      <dgm:prSet/>
      <dgm:spPr/>
      <dgm:t>
        <a:bodyPr/>
        <a:lstStyle/>
        <a:p>
          <a:endParaRPr lang="en-US"/>
        </a:p>
      </dgm:t>
    </dgm:pt>
    <dgm:pt modelId="{D822C195-FD12-4E5F-BD24-A552733835CD}">
      <dgm:prSet/>
      <dgm:spPr/>
      <dgm:t>
        <a:bodyPr/>
        <a:lstStyle/>
        <a:p>
          <a:r>
            <a:rPr lang="en-US" dirty="0"/>
            <a:t>André </a:t>
          </a:r>
          <a:r>
            <a:rPr lang="en-US" dirty="0" err="1"/>
            <a:t>ou</a:t>
          </a:r>
          <a:r>
            <a:rPr lang="en-US" dirty="0"/>
            <a:t> Tech Lead </a:t>
          </a:r>
          <a:r>
            <a:rPr lang="en-US" dirty="0" err="1"/>
            <a:t>aprovam</a:t>
          </a:r>
          <a:r>
            <a:rPr lang="en-US" dirty="0"/>
            <a:t> → Dayana publica</a:t>
          </a:r>
        </a:p>
      </dgm:t>
    </dgm:pt>
    <dgm:pt modelId="{AC06455E-DC81-4AE1-AAD9-E78FFD323126}" type="parTrans" cxnId="{099B54B6-7D2C-4207-A7DF-7AE96704AA4A}">
      <dgm:prSet/>
      <dgm:spPr/>
      <dgm:t>
        <a:bodyPr/>
        <a:lstStyle/>
        <a:p>
          <a:endParaRPr lang="en-US"/>
        </a:p>
      </dgm:t>
    </dgm:pt>
    <dgm:pt modelId="{F6092C41-1B1E-45FD-AC4B-A0282BF564AA}" type="sibTrans" cxnId="{099B54B6-7D2C-4207-A7DF-7AE96704AA4A}">
      <dgm:prSet/>
      <dgm:spPr/>
      <dgm:t>
        <a:bodyPr/>
        <a:lstStyle/>
        <a:p>
          <a:endParaRPr lang="en-US"/>
        </a:p>
      </dgm:t>
    </dgm:pt>
    <dgm:pt modelId="{DBCA7952-CBC5-4776-88B1-4AE45ECC2795}">
      <dgm:prSet/>
      <dgm:spPr/>
      <dgm:t>
        <a:bodyPr/>
        <a:lstStyle/>
        <a:p>
          <a:r>
            <a:rPr lang="en-US" b="0" dirty="0" err="1"/>
            <a:t>Estados</a:t>
          </a:r>
          <a:r>
            <a:rPr lang="en-US" b="0" dirty="0"/>
            <a:t>:</a:t>
          </a:r>
        </a:p>
        <a:p>
          <a:r>
            <a:rPr lang="en-US" b="0" dirty="0"/>
            <a:t>A </a:t>
          </a:r>
          <a:r>
            <a:rPr lang="en-US" b="0" dirty="0" err="1"/>
            <a:t>fazer</a:t>
          </a:r>
          <a:r>
            <a:rPr lang="en-US" b="0" dirty="0"/>
            <a:t> → </a:t>
          </a:r>
          <a:r>
            <a:rPr lang="en-US" b="0" dirty="0" err="1"/>
            <a:t>Produção</a:t>
          </a:r>
          <a:r>
            <a:rPr lang="en-US" b="0" dirty="0"/>
            <a:t> → </a:t>
          </a:r>
          <a:r>
            <a:rPr lang="en-US" b="0" dirty="0" err="1"/>
            <a:t>Revisão</a:t>
          </a:r>
          <a:r>
            <a:rPr lang="en-US" b="0" dirty="0"/>
            <a:t> → </a:t>
          </a:r>
          <a:r>
            <a:rPr lang="en-US" b="0" dirty="0" err="1"/>
            <a:t>Aprovado</a:t>
          </a:r>
          <a:r>
            <a:rPr lang="en-US" b="0" dirty="0"/>
            <a:t> → </a:t>
          </a:r>
          <a:r>
            <a:rPr lang="en-US" b="0" dirty="0" err="1"/>
            <a:t>Publicado</a:t>
          </a:r>
          <a:r>
            <a:rPr lang="en-US" b="0" dirty="0"/>
            <a:t> → </a:t>
          </a:r>
          <a:r>
            <a:rPr lang="en-US" b="0" dirty="0" err="1"/>
            <a:t>Melhoria</a:t>
          </a:r>
          <a:endParaRPr lang="en-US" b="0" dirty="0"/>
        </a:p>
      </dgm:t>
    </dgm:pt>
    <dgm:pt modelId="{09882A29-95A0-42EA-BABB-099B0C6C0912}" type="parTrans" cxnId="{47FB6E89-E63F-4BD5-9E16-4C1213F1148D}">
      <dgm:prSet/>
      <dgm:spPr/>
      <dgm:t>
        <a:bodyPr/>
        <a:lstStyle/>
        <a:p>
          <a:endParaRPr lang="en-US"/>
        </a:p>
      </dgm:t>
    </dgm:pt>
    <dgm:pt modelId="{EB8160BB-CB1D-48F8-8C97-EE1325E4D490}" type="sibTrans" cxnId="{47FB6E89-E63F-4BD5-9E16-4C1213F1148D}">
      <dgm:prSet/>
      <dgm:spPr/>
      <dgm:t>
        <a:bodyPr/>
        <a:lstStyle/>
        <a:p>
          <a:endParaRPr lang="en-US"/>
        </a:p>
      </dgm:t>
    </dgm:pt>
    <dgm:pt modelId="{4CCEE5AF-0253-42B5-9BB4-1D16B78694A7}" type="pres">
      <dgm:prSet presAssocID="{253CE010-74E1-4BED-A1C7-EE4E01F6597D}" presName="vert0" presStyleCnt="0">
        <dgm:presLayoutVars>
          <dgm:dir/>
          <dgm:animOne val="branch"/>
          <dgm:animLvl val="lvl"/>
        </dgm:presLayoutVars>
      </dgm:prSet>
      <dgm:spPr/>
    </dgm:pt>
    <dgm:pt modelId="{AA3ABA4B-CBEC-4AF1-9A14-5BE4857F516C}" type="pres">
      <dgm:prSet presAssocID="{4AE5F595-EC80-4067-A2D1-DCE65AF91EBF}" presName="thickLine" presStyleLbl="alignNode1" presStyleIdx="0" presStyleCnt="4"/>
      <dgm:spPr/>
    </dgm:pt>
    <dgm:pt modelId="{105DAC13-BF82-409C-8D9B-923C84481A0C}" type="pres">
      <dgm:prSet presAssocID="{4AE5F595-EC80-4067-A2D1-DCE65AF91EBF}" presName="horz1" presStyleCnt="0"/>
      <dgm:spPr/>
    </dgm:pt>
    <dgm:pt modelId="{82E9496A-7594-48C9-B8AE-C7383DD68A64}" type="pres">
      <dgm:prSet presAssocID="{4AE5F595-EC80-4067-A2D1-DCE65AF91EBF}" presName="tx1" presStyleLbl="revTx" presStyleIdx="0" presStyleCnt="4"/>
      <dgm:spPr/>
    </dgm:pt>
    <dgm:pt modelId="{4BF938DA-6F9E-42B7-B66C-AE7D4F393A7F}" type="pres">
      <dgm:prSet presAssocID="{4AE5F595-EC80-4067-A2D1-DCE65AF91EBF}" presName="vert1" presStyleCnt="0"/>
      <dgm:spPr/>
    </dgm:pt>
    <dgm:pt modelId="{E19DEB7B-5494-45B6-8433-3FD34929FA69}" type="pres">
      <dgm:prSet presAssocID="{B0F1AB2B-6BA7-4FA2-91AC-313CB8C69C92}" presName="thickLine" presStyleLbl="alignNode1" presStyleIdx="1" presStyleCnt="4"/>
      <dgm:spPr/>
    </dgm:pt>
    <dgm:pt modelId="{4C09FC04-8E8F-4869-8857-AE97ABCFF4E8}" type="pres">
      <dgm:prSet presAssocID="{B0F1AB2B-6BA7-4FA2-91AC-313CB8C69C92}" presName="horz1" presStyleCnt="0"/>
      <dgm:spPr/>
    </dgm:pt>
    <dgm:pt modelId="{7876339E-0006-4C7A-A2F2-071B740E5B39}" type="pres">
      <dgm:prSet presAssocID="{B0F1AB2B-6BA7-4FA2-91AC-313CB8C69C92}" presName="tx1" presStyleLbl="revTx" presStyleIdx="1" presStyleCnt="4"/>
      <dgm:spPr/>
    </dgm:pt>
    <dgm:pt modelId="{E220DE83-9D2F-42F6-90FC-399400F382E5}" type="pres">
      <dgm:prSet presAssocID="{B0F1AB2B-6BA7-4FA2-91AC-313CB8C69C92}" presName="vert1" presStyleCnt="0"/>
      <dgm:spPr/>
    </dgm:pt>
    <dgm:pt modelId="{F8E6A617-CF1B-40A1-8FE5-AB335B9CD9EE}" type="pres">
      <dgm:prSet presAssocID="{D822C195-FD12-4E5F-BD24-A552733835CD}" presName="thickLine" presStyleLbl="alignNode1" presStyleIdx="2" presStyleCnt="4"/>
      <dgm:spPr/>
    </dgm:pt>
    <dgm:pt modelId="{DE900241-B5AB-445F-B727-45A763570D3D}" type="pres">
      <dgm:prSet presAssocID="{D822C195-FD12-4E5F-BD24-A552733835CD}" presName="horz1" presStyleCnt="0"/>
      <dgm:spPr/>
    </dgm:pt>
    <dgm:pt modelId="{F0D87795-BB07-4FAD-B246-C3D56E497B2E}" type="pres">
      <dgm:prSet presAssocID="{D822C195-FD12-4E5F-BD24-A552733835CD}" presName="tx1" presStyleLbl="revTx" presStyleIdx="2" presStyleCnt="4"/>
      <dgm:spPr/>
    </dgm:pt>
    <dgm:pt modelId="{0822B75D-B3A4-4EE8-87B9-06FEDC6FCBEA}" type="pres">
      <dgm:prSet presAssocID="{D822C195-FD12-4E5F-BD24-A552733835CD}" presName="vert1" presStyleCnt="0"/>
      <dgm:spPr/>
    </dgm:pt>
    <dgm:pt modelId="{A204A4D2-2373-40D8-9CE3-9C29D9C7C26D}" type="pres">
      <dgm:prSet presAssocID="{DBCA7952-CBC5-4776-88B1-4AE45ECC2795}" presName="thickLine" presStyleLbl="alignNode1" presStyleIdx="3" presStyleCnt="4"/>
      <dgm:spPr/>
    </dgm:pt>
    <dgm:pt modelId="{8DAA5C00-5BDA-4522-88CC-740F5B75B167}" type="pres">
      <dgm:prSet presAssocID="{DBCA7952-CBC5-4776-88B1-4AE45ECC2795}" presName="horz1" presStyleCnt="0"/>
      <dgm:spPr/>
    </dgm:pt>
    <dgm:pt modelId="{0BCFDF63-8673-4D23-A92C-F108C9E65D21}" type="pres">
      <dgm:prSet presAssocID="{DBCA7952-CBC5-4776-88B1-4AE45ECC2795}" presName="tx1" presStyleLbl="revTx" presStyleIdx="3" presStyleCnt="4"/>
      <dgm:spPr/>
    </dgm:pt>
    <dgm:pt modelId="{90D8D5A5-07A2-40DA-AE37-E3E6734209BC}" type="pres">
      <dgm:prSet presAssocID="{DBCA7952-CBC5-4776-88B1-4AE45ECC2795}" presName="vert1" presStyleCnt="0"/>
      <dgm:spPr/>
    </dgm:pt>
  </dgm:ptLst>
  <dgm:cxnLst>
    <dgm:cxn modelId="{E90EA71D-2F68-48BA-967C-7169DC969ACB}" type="presOf" srcId="{4AE5F595-EC80-4067-A2D1-DCE65AF91EBF}" destId="{82E9496A-7594-48C9-B8AE-C7383DD68A64}" srcOrd="0" destOrd="0" presId="urn:microsoft.com/office/officeart/2008/layout/LinedList"/>
    <dgm:cxn modelId="{9E98F32A-40A8-49B5-BBF3-E52D80C34218}" type="presOf" srcId="{B0F1AB2B-6BA7-4FA2-91AC-313CB8C69C92}" destId="{7876339E-0006-4C7A-A2F2-071B740E5B39}" srcOrd="0" destOrd="0" presId="urn:microsoft.com/office/officeart/2008/layout/LinedList"/>
    <dgm:cxn modelId="{B3AB3070-2509-4D39-9F48-B6AE2D47AC7C}" srcId="{253CE010-74E1-4BED-A1C7-EE4E01F6597D}" destId="{4AE5F595-EC80-4067-A2D1-DCE65AF91EBF}" srcOrd="0" destOrd="0" parTransId="{CD9EA39E-D2F9-4E9E-AD87-DCF316007B5F}" sibTransId="{652CE5F0-D3D6-41F6-8B77-C30A54B060F9}"/>
    <dgm:cxn modelId="{47FB6E89-E63F-4BD5-9E16-4C1213F1148D}" srcId="{253CE010-74E1-4BED-A1C7-EE4E01F6597D}" destId="{DBCA7952-CBC5-4776-88B1-4AE45ECC2795}" srcOrd="3" destOrd="0" parTransId="{09882A29-95A0-42EA-BABB-099B0C6C0912}" sibTransId="{EB8160BB-CB1D-48F8-8C97-EE1325E4D490}"/>
    <dgm:cxn modelId="{7DB7E1A4-8CC5-458E-A2BD-A4E1C2C72147}" type="presOf" srcId="{D822C195-FD12-4E5F-BD24-A552733835CD}" destId="{F0D87795-BB07-4FAD-B246-C3D56E497B2E}" srcOrd="0" destOrd="0" presId="urn:microsoft.com/office/officeart/2008/layout/LinedList"/>
    <dgm:cxn modelId="{099B54B6-7D2C-4207-A7DF-7AE96704AA4A}" srcId="{253CE010-74E1-4BED-A1C7-EE4E01F6597D}" destId="{D822C195-FD12-4E5F-BD24-A552733835CD}" srcOrd="2" destOrd="0" parTransId="{AC06455E-DC81-4AE1-AAD9-E78FFD323126}" sibTransId="{F6092C41-1B1E-45FD-AC4B-A0282BF564AA}"/>
    <dgm:cxn modelId="{95015CCA-8D5C-4861-B80B-6C63BD0E313D}" type="presOf" srcId="{253CE010-74E1-4BED-A1C7-EE4E01F6597D}" destId="{4CCEE5AF-0253-42B5-9BB4-1D16B78694A7}" srcOrd="0" destOrd="0" presId="urn:microsoft.com/office/officeart/2008/layout/LinedList"/>
    <dgm:cxn modelId="{B18E27D4-E776-4444-9844-98FC0FCFD3AC}" srcId="{253CE010-74E1-4BED-A1C7-EE4E01F6597D}" destId="{B0F1AB2B-6BA7-4FA2-91AC-313CB8C69C92}" srcOrd="1" destOrd="0" parTransId="{AADD6DE9-0DB8-4CBB-BD3A-215E9DF218AF}" sibTransId="{CCB21E25-C0E5-4C2B-ACC7-D56E139ABB1C}"/>
    <dgm:cxn modelId="{2BD497DF-0B95-4A01-A996-E5C4036063DB}" type="presOf" srcId="{DBCA7952-CBC5-4776-88B1-4AE45ECC2795}" destId="{0BCFDF63-8673-4D23-A92C-F108C9E65D21}" srcOrd="0" destOrd="0" presId="urn:microsoft.com/office/officeart/2008/layout/LinedList"/>
    <dgm:cxn modelId="{4FE2DF76-3390-433E-8510-69DC975BA5E8}" type="presParOf" srcId="{4CCEE5AF-0253-42B5-9BB4-1D16B78694A7}" destId="{AA3ABA4B-CBEC-4AF1-9A14-5BE4857F516C}" srcOrd="0" destOrd="0" presId="urn:microsoft.com/office/officeart/2008/layout/LinedList"/>
    <dgm:cxn modelId="{F2470B85-F80C-423A-A89C-FE421693FC42}" type="presParOf" srcId="{4CCEE5AF-0253-42B5-9BB4-1D16B78694A7}" destId="{105DAC13-BF82-409C-8D9B-923C84481A0C}" srcOrd="1" destOrd="0" presId="urn:microsoft.com/office/officeart/2008/layout/LinedList"/>
    <dgm:cxn modelId="{DC13D58C-7A1E-408C-AC98-37A771332FF8}" type="presParOf" srcId="{105DAC13-BF82-409C-8D9B-923C84481A0C}" destId="{82E9496A-7594-48C9-B8AE-C7383DD68A64}" srcOrd="0" destOrd="0" presId="urn:microsoft.com/office/officeart/2008/layout/LinedList"/>
    <dgm:cxn modelId="{9ED4B83F-76E1-4870-AF95-903C0F5EB11F}" type="presParOf" srcId="{105DAC13-BF82-409C-8D9B-923C84481A0C}" destId="{4BF938DA-6F9E-42B7-B66C-AE7D4F393A7F}" srcOrd="1" destOrd="0" presId="urn:microsoft.com/office/officeart/2008/layout/LinedList"/>
    <dgm:cxn modelId="{00B4E71B-BAF9-420C-8B02-DA62F7CCFB73}" type="presParOf" srcId="{4CCEE5AF-0253-42B5-9BB4-1D16B78694A7}" destId="{E19DEB7B-5494-45B6-8433-3FD34929FA69}" srcOrd="2" destOrd="0" presId="urn:microsoft.com/office/officeart/2008/layout/LinedList"/>
    <dgm:cxn modelId="{18975B1F-59C2-484B-AB58-5B97F4254EF6}" type="presParOf" srcId="{4CCEE5AF-0253-42B5-9BB4-1D16B78694A7}" destId="{4C09FC04-8E8F-4869-8857-AE97ABCFF4E8}" srcOrd="3" destOrd="0" presId="urn:microsoft.com/office/officeart/2008/layout/LinedList"/>
    <dgm:cxn modelId="{BB45943E-E93B-42BC-A672-EEE09E12A204}" type="presParOf" srcId="{4C09FC04-8E8F-4869-8857-AE97ABCFF4E8}" destId="{7876339E-0006-4C7A-A2F2-071B740E5B39}" srcOrd="0" destOrd="0" presId="urn:microsoft.com/office/officeart/2008/layout/LinedList"/>
    <dgm:cxn modelId="{49147A5B-06BD-4BBC-A281-60C0C7218012}" type="presParOf" srcId="{4C09FC04-8E8F-4869-8857-AE97ABCFF4E8}" destId="{E220DE83-9D2F-42F6-90FC-399400F382E5}" srcOrd="1" destOrd="0" presId="urn:microsoft.com/office/officeart/2008/layout/LinedList"/>
    <dgm:cxn modelId="{BB3BA1DB-D0F8-4072-89F1-5869998125F0}" type="presParOf" srcId="{4CCEE5AF-0253-42B5-9BB4-1D16B78694A7}" destId="{F8E6A617-CF1B-40A1-8FE5-AB335B9CD9EE}" srcOrd="4" destOrd="0" presId="urn:microsoft.com/office/officeart/2008/layout/LinedList"/>
    <dgm:cxn modelId="{C839085B-DCA9-49E6-B85B-999C5796B57F}" type="presParOf" srcId="{4CCEE5AF-0253-42B5-9BB4-1D16B78694A7}" destId="{DE900241-B5AB-445F-B727-45A763570D3D}" srcOrd="5" destOrd="0" presId="urn:microsoft.com/office/officeart/2008/layout/LinedList"/>
    <dgm:cxn modelId="{3CF78940-C01A-428D-ACDF-6E77265D4648}" type="presParOf" srcId="{DE900241-B5AB-445F-B727-45A763570D3D}" destId="{F0D87795-BB07-4FAD-B246-C3D56E497B2E}" srcOrd="0" destOrd="0" presId="urn:microsoft.com/office/officeart/2008/layout/LinedList"/>
    <dgm:cxn modelId="{D101F085-CC66-4EB5-8705-0D97F431947B}" type="presParOf" srcId="{DE900241-B5AB-445F-B727-45A763570D3D}" destId="{0822B75D-B3A4-4EE8-87B9-06FEDC6FCBEA}" srcOrd="1" destOrd="0" presId="urn:microsoft.com/office/officeart/2008/layout/LinedList"/>
    <dgm:cxn modelId="{D9CEDB8E-1728-48B0-B166-268B3B769B35}" type="presParOf" srcId="{4CCEE5AF-0253-42B5-9BB4-1D16B78694A7}" destId="{A204A4D2-2373-40D8-9CE3-9C29D9C7C26D}" srcOrd="6" destOrd="0" presId="urn:microsoft.com/office/officeart/2008/layout/LinedList"/>
    <dgm:cxn modelId="{F6EBCD3B-46BD-416F-83A0-A0F55376ADAD}" type="presParOf" srcId="{4CCEE5AF-0253-42B5-9BB4-1D16B78694A7}" destId="{8DAA5C00-5BDA-4522-88CC-740F5B75B167}" srcOrd="7" destOrd="0" presId="urn:microsoft.com/office/officeart/2008/layout/LinedList"/>
    <dgm:cxn modelId="{12E6409B-1333-4DAB-92A6-F46A1587D52F}" type="presParOf" srcId="{8DAA5C00-5BDA-4522-88CC-740F5B75B167}" destId="{0BCFDF63-8673-4D23-A92C-F108C9E65D21}" srcOrd="0" destOrd="0" presId="urn:microsoft.com/office/officeart/2008/layout/LinedList"/>
    <dgm:cxn modelId="{AC482BB9-A3CA-4E60-A351-1CFF9EC4463E}" type="presParOf" srcId="{8DAA5C00-5BDA-4522-88CC-740F5B75B167}" destId="{90D8D5A5-07A2-40DA-AE37-E3E6734209B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3854151-52A1-4C49-B9ED-5CCE2B5E2AC9}" type="doc">
      <dgm:prSet loTypeId="urn:microsoft.com/office/officeart/2005/8/layout/process4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0F6D708-9509-44CA-8702-AE97EE65CD59}">
      <dgm:prSet/>
      <dgm:spPr/>
      <dgm:t>
        <a:bodyPr/>
        <a:lstStyle/>
        <a:p>
          <a:r>
            <a:rPr lang="en-US" dirty="0" err="1"/>
            <a:t>Triagem</a:t>
          </a:r>
          <a:r>
            <a:rPr lang="en-US" dirty="0"/>
            <a:t> </a:t>
          </a:r>
          <a:r>
            <a:rPr lang="en-US" dirty="0" err="1"/>
            <a:t>semanal</a:t>
          </a:r>
          <a:r>
            <a:rPr lang="en-US" dirty="0"/>
            <a:t> (30 min) — Gilson + Dayana + Lara</a:t>
          </a:r>
        </a:p>
      </dgm:t>
    </dgm:pt>
    <dgm:pt modelId="{5D90DEFB-D092-4DF4-8C9A-2E612A2A1FCD}" type="parTrans" cxnId="{3470D47F-9FBE-4D86-8564-EED9D796BCD8}">
      <dgm:prSet/>
      <dgm:spPr/>
      <dgm:t>
        <a:bodyPr/>
        <a:lstStyle/>
        <a:p>
          <a:endParaRPr lang="en-US"/>
        </a:p>
      </dgm:t>
    </dgm:pt>
    <dgm:pt modelId="{167FF3E7-CCDF-4C40-9366-2859B268A4D3}" type="sibTrans" cxnId="{3470D47F-9FBE-4D86-8564-EED9D796BCD8}">
      <dgm:prSet/>
      <dgm:spPr/>
      <dgm:t>
        <a:bodyPr/>
        <a:lstStyle/>
        <a:p>
          <a:endParaRPr lang="en-US"/>
        </a:p>
      </dgm:t>
    </dgm:pt>
    <dgm:pt modelId="{C5A679A1-C29F-4097-8C0D-1BD79ADAF6A6}">
      <dgm:prSet/>
      <dgm:spPr/>
      <dgm:t>
        <a:bodyPr/>
        <a:lstStyle/>
        <a:p>
          <a:r>
            <a:rPr lang="en-US"/>
            <a:t>prioridades, donos e bloqueios</a:t>
          </a:r>
        </a:p>
      </dgm:t>
    </dgm:pt>
    <dgm:pt modelId="{61EFEDCF-1904-4636-9431-066D15CE71C8}" type="parTrans" cxnId="{6BD30642-B92D-4DF3-A3F5-69F7F5136FE8}">
      <dgm:prSet/>
      <dgm:spPr/>
      <dgm:t>
        <a:bodyPr/>
        <a:lstStyle/>
        <a:p>
          <a:endParaRPr lang="en-US"/>
        </a:p>
      </dgm:t>
    </dgm:pt>
    <dgm:pt modelId="{0942A411-518B-499E-B4BB-C6BD751F3525}" type="sibTrans" cxnId="{6BD30642-B92D-4DF3-A3F5-69F7F5136FE8}">
      <dgm:prSet/>
      <dgm:spPr/>
      <dgm:t>
        <a:bodyPr/>
        <a:lstStyle/>
        <a:p>
          <a:endParaRPr lang="en-US"/>
        </a:p>
      </dgm:t>
    </dgm:pt>
    <dgm:pt modelId="{84120425-64C3-47EA-B3A3-700913620B1D}">
      <dgm:prSet/>
      <dgm:spPr/>
      <dgm:t>
        <a:bodyPr/>
        <a:lstStyle/>
        <a:p>
          <a:r>
            <a:rPr lang="en-US" dirty="0" err="1"/>
            <a:t>Revisão</a:t>
          </a:r>
          <a:r>
            <a:rPr lang="en-US" dirty="0"/>
            <a:t> </a:t>
          </a:r>
          <a:r>
            <a:rPr lang="en-US" dirty="0" err="1"/>
            <a:t>técnica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entrega</a:t>
          </a:r>
          <a:r>
            <a:rPr lang="en-US" dirty="0"/>
            <a:t> — André + </a:t>
          </a:r>
          <a:r>
            <a:rPr lang="en-US" dirty="0" err="1"/>
            <a:t>produtor</a:t>
          </a:r>
          <a:r>
            <a:rPr lang="en-US" dirty="0"/>
            <a:t> (+ Tech Lead se </a:t>
          </a:r>
          <a:r>
            <a:rPr lang="en-US" dirty="0" err="1"/>
            <a:t>projeto</a:t>
          </a:r>
          <a:r>
            <a:rPr lang="en-US" dirty="0"/>
            <a:t>)</a:t>
          </a:r>
        </a:p>
      </dgm:t>
    </dgm:pt>
    <dgm:pt modelId="{93FEA34F-EFAE-4E4D-AFC9-14E00EE0B466}" type="parTrans" cxnId="{5D1E1FB2-C86E-4842-B814-BCEBB7D6FF3E}">
      <dgm:prSet/>
      <dgm:spPr/>
      <dgm:t>
        <a:bodyPr/>
        <a:lstStyle/>
        <a:p>
          <a:endParaRPr lang="en-US"/>
        </a:p>
      </dgm:t>
    </dgm:pt>
    <dgm:pt modelId="{596A0EF4-3CE6-49E9-9FAF-63A3BB233D9C}" type="sibTrans" cxnId="{5D1E1FB2-C86E-4842-B814-BCEBB7D6FF3E}">
      <dgm:prSet/>
      <dgm:spPr/>
      <dgm:t>
        <a:bodyPr/>
        <a:lstStyle/>
        <a:p>
          <a:endParaRPr lang="en-US"/>
        </a:p>
      </dgm:t>
    </dgm:pt>
    <dgm:pt modelId="{EC127752-1999-419E-AA0E-0F1EEF2C08D6}">
      <dgm:prSet/>
      <dgm:spPr/>
      <dgm:t>
        <a:bodyPr/>
        <a:lstStyle/>
        <a:p>
          <a:r>
            <a:rPr lang="en-US" dirty="0" err="1"/>
            <a:t>Operação</a:t>
          </a:r>
          <a:r>
            <a:rPr lang="en-US" dirty="0"/>
            <a:t> da </a:t>
          </a:r>
          <a:r>
            <a:rPr lang="en-US" dirty="0" err="1"/>
            <a:t>trilha</a:t>
          </a:r>
          <a:r>
            <a:rPr lang="en-US" dirty="0"/>
            <a:t> (20 min) — Dayana + Lara</a:t>
          </a:r>
        </a:p>
      </dgm:t>
    </dgm:pt>
    <dgm:pt modelId="{779C4AB2-49D8-42DB-A780-261EE15DC6C6}" type="parTrans" cxnId="{5130043C-E0B5-4CCD-9FC1-7A5021AB3C31}">
      <dgm:prSet/>
      <dgm:spPr/>
      <dgm:t>
        <a:bodyPr/>
        <a:lstStyle/>
        <a:p>
          <a:endParaRPr lang="en-US"/>
        </a:p>
      </dgm:t>
    </dgm:pt>
    <dgm:pt modelId="{E64275E6-1F99-4A75-BE0E-169A1564CA24}" type="sibTrans" cxnId="{5130043C-E0B5-4CCD-9FC1-7A5021AB3C31}">
      <dgm:prSet/>
      <dgm:spPr/>
      <dgm:t>
        <a:bodyPr/>
        <a:lstStyle/>
        <a:p>
          <a:endParaRPr lang="en-US"/>
        </a:p>
      </dgm:t>
    </dgm:pt>
    <dgm:pt modelId="{01D71905-DA44-488C-AF6C-5CDEDAB5F9E5}">
      <dgm:prSet/>
      <dgm:spPr/>
      <dgm:t>
        <a:bodyPr/>
        <a:lstStyle/>
        <a:p>
          <a:r>
            <a:rPr lang="en-US"/>
            <a:t>progresso, publicação e evidências faltantes</a:t>
          </a:r>
        </a:p>
      </dgm:t>
    </dgm:pt>
    <dgm:pt modelId="{0F5AA962-07D1-4B18-95AD-1A387CD41B7B}" type="parTrans" cxnId="{CFDA6D70-6834-45D0-A432-003405BB05C6}">
      <dgm:prSet/>
      <dgm:spPr/>
      <dgm:t>
        <a:bodyPr/>
        <a:lstStyle/>
        <a:p>
          <a:endParaRPr lang="en-US"/>
        </a:p>
      </dgm:t>
    </dgm:pt>
    <dgm:pt modelId="{6E4845AB-5B38-4A06-BFA0-DAE0EB5F831C}" type="sibTrans" cxnId="{CFDA6D70-6834-45D0-A432-003405BB05C6}">
      <dgm:prSet/>
      <dgm:spPr/>
      <dgm:t>
        <a:bodyPr/>
        <a:lstStyle/>
        <a:p>
          <a:endParaRPr lang="en-US"/>
        </a:p>
      </dgm:t>
    </dgm:pt>
    <dgm:pt modelId="{7167AD3B-7C07-44B4-A73F-EDE7E28C8EBE}">
      <dgm:prSet/>
      <dgm:spPr/>
      <dgm:t>
        <a:bodyPr/>
        <a:lstStyle/>
        <a:p>
          <a:r>
            <a:rPr lang="en-US" dirty="0" err="1"/>
            <a:t>Retrospectiva</a:t>
          </a:r>
          <a:r>
            <a:rPr lang="en-US" dirty="0"/>
            <a:t> do </a:t>
          </a:r>
          <a:r>
            <a:rPr lang="en-US" dirty="0" err="1"/>
            <a:t>piloto</a:t>
          </a:r>
          <a:r>
            <a:rPr lang="en-US" dirty="0"/>
            <a:t> — UR + Tech Leads + </a:t>
          </a:r>
          <a:r>
            <a:rPr lang="en-US" dirty="0" err="1"/>
            <a:t>participantes</a:t>
          </a:r>
          <a:endParaRPr lang="en-US" dirty="0"/>
        </a:p>
      </dgm:t>
    </dgm:pt>
    <dgm:pt modelId="{16DAF1C4-1C72-4CC9-AA48-AD1919988877}" type="parTrans" cxnId="{1862A531-2AD9-4143-923C-D52F8E6EE852}">
      <dgm:prSet/>
      <dgm:spPr/>
      <dgm:t>
        <a:bodyPr/>
        <a:lstStyle/>
        <a:p>
          <a:endParaRPr lang="en-US"/>
        </a:p>
      </dgm:t>
    </dgm:pt>
    <dgm:pt modelId="{87278A69-6CED-45CC-A196-F9E090D9B755}" type="sibTrans" cxnId="{1862A531-2AD9-4143-923C-D52F8E6EE852}">
      <dgm:prSet/>
      <dgm:spPr/>
      <dgm:t>
        <a:bodyPr/>
        <a:lstStyle/>
        <a:p>
          <a:endParaRPr lang="en-US"/>
        </a:p>
      </dgm:t>
    </dgm:pt>
    <dgm:pt modelId="{145A3304-2AEE-4EA4-98DC-F31D582FD46C}" type="pres">
      <dgm:prSet presAssocID="{53854151-52A1-4C49-B9ED-5CCE2B5E2AC9}" presName="Name0" presStyleCnt="0">
        <dgm:presLayoutVars>
          <dgm:dir/>
          <dgm:animLvl val="lvl"/>
          <dgm:resizeHandles val="exact"/>
        </dgm:presLayoutVars>
      </dgm:prSet>
      <dgm:spPr/>
    </dgm:pt>
    <dgm:pt modelId="{9D0D520F-E34E-44BD-A3D2-CE74B1D47C34}" type="pres">
      <dgm:prSet presAssocID="{7167AD3B-7C07-44B4-A73F-EDE7E28C8EBE}" presName="boxAndChildren" presStyleCnt="0"/>
      <dgm:spPr/>
    </dgm:pt>
    <dgm:pt modelId="{137D092D-4820-4BAD-9DE0-47184BEB8F7A}" type="pres">
      <dgm:prSet presAssocID="{7167AD3B-7C07-44B4-A73F-EDE7E28C8EBE}" presName="parentTextBox" presStyleLbl="node1" presStyleIdx="0" presStyleCnt="4"/>
      <dgm:spPr/>
    </dgm:pt>
    <dgm:pt modelId="{BCB0ADC2-E8D4-435A-AA8B-8C387FCFDA43}" type="pres">
      <dgm:prSet presAssocID="{E64275E6-1F99-4A75-BE0E-169A1564CA24}" presName="sp" presStyleCnt="0"/>
      <dgm:spPr/>
    </dgm:pt>
    <dgm:pt modelId="{4DF984B5-F578-44BE-8E65-150F8E032E05}" type="pres">
      <dgm:prSet presAssocID="{EC127752-1999-419E-AA0E-0F1EEF2C08D6}" presName="arrowAndChildren" presStyleCnt="0"/>
      <dgm:spPr/>
    </dgm:pt>
    <dgm:pt modelId="{0B9D4319-8014-434F-8DD4-1C9F396475D1}" type="pres">
      <dgm:prSet presAssocID="{EC127752-1999-419E-AA0E-0F1EEF2C08D6}" presName="parentTextArrow" presStyleLbl="node1" presStyleIdx="0" presStyleCnt="4"/>
      <dgm:spPr/>
    </dgm:pt>
    <dgm:pt modelId="{6C2E495A-3AA4-44C1-8956-079E1B93AECD}" type="pres">
      <dgm:prSet presAssocID="{EC127752-1999-419E-AA0E-0F1EEF2C08D6}" presName="arrow" presStyleLbl="node1" presStyleIdx="1" presStyleCnt="4"/>
      <dgm:spPr/>
    </dgm:pt>
    <dgm:pt modelId="{B22B21D1-240B-45ED-9130-C68BDF1139B5}" type="pres">
      <dgm:prSet presAssocID="{EC127752-1999-419E-AA0E-0F1EEF2C08D6}" presName="descendantArrow" presStyleCnt="0"/>
      <dgm:spPr/>
    </dgm:pt>
    <dgm:pt modelId="{9B190A83-DA4E-4EA4-A059-3E1CECD87CAF}" type="pres">
      <dgm:prSet presAssocID="{01D71905-DA44-488C-AF6C-5CDEDAB5F9E5}" presName="childTextArrow" presStyleLbl="fgAccFollowNode1" presStyleIdx="0" presStyleCnt="2">
        <dgm:presLayoutVars>
          <dgm:bulletEnabled val="1"/>
        </dgm:presLayoutVars>
      </dgm:prSet>
      <dgm:spPr/>
    </dgm:pt>
    <dgm:pt modelId="{6114EE5B-6492-48BD-9EC0-539504014B7D}" type="pres">
      <dgm:prSet presAssocID="{596A0EF4-3CE6-49E9-9FAF-63A3BB233D9C}" presName="sp" presStyleCnt="0"/>
      <dgm:spPr/>
    </dgm:pt>
    <dgm:pt modelId="{1F0E6110-288E-46CD-95D1-228CA2D0513E}" type="pres">
      <dgm:prSet presAssocID="{84120425-64C3-47EA-B3A3-700913620B1D}" presName="arrowAndChildren" presStyleCnt="0"/>
      <dgm:spPr/>
    </dgm:pt>
    <dgm:pt modelId="{0F3A981F-13E8-4E5F-BC66-194033BB23A2}" type="pres">
      <dgm:prSet presAssocID="{84120425-64C3-47EA-B3A3-700913620B1D}" presName="parentTextArrow" presStyleLbl="node1" presStyleIdx="2" presStyleCnt="4"/>
      <dgm:spPr/>
    </dgm:pt>
    <dgm:pt modelId="{5CA63D00-3ACD-403F-8896-0A04AD0197C2}" type="pres">
      <dgm:prSet presAssocID="{167FF3E7-CCDF-4C40-9366-2859B268A4D3}" presName="sp" presStyleCnt="0"/>
      <dgm:spPr/>
    </dgm:pt>
    <dgm:pt modelId="{6596D553-C6FC-43C1-8575-34EF600FB9C9}" type="pres">
      <dgm:prSet presAssocID="{90F6D708-9509-44CA-8702-AE97EE65CD59}" presName="arrowAndChildren" presStyleCnt="0"/>
      <dgm:spPr/>
    </dgm:pt>
    <dgm:pt modelId="{03CD68F5-2040-4971-B5F7-C18C5CCD773C}" type="pres">
      <dgm:prSet presAssocID="{90F6D708-9509-44CA-8702-AE97EE65CD59}" presName="parentTextArrow" presStyleLbl="node1" presStyleIdx="2" presStyleCnt="4"/>
      <dgm:spPr/>
    </dgm:pt>
    <dgm:pt modelId="{BA6D51AF-D842-4639-8D43-43D7B07890E5}" type="pres">
      <dgm:prSet presAssocID="{90F6D708-9509-44CA-8702-AE97EE65CD59}" presName="arrow" presStyleLbl="node1" presStyleIdx="3" presStyleCnt="4"/>
      <dgm:spPr/>
    </dgm:pt>
    <dgm:pt modelId="{9BF772BE-757F-4BCC-BEE5-97D89A5917BA}" type="pres">
      <dgm:prSet presAssocID="{90F6D708-9509-44CA-8702-AE97EE65CD59}" presName="descendantArrow" presStyleCnt="0"/>
      <dgm:spPr/>
    </dgm:pt>
    <dgm:pt modelId="{CBCBC2CF-B09B-45AE-8C68-1DC4E954183D}" type="pres">
      <dgm:prSet presAssocID="{C5A679A1-C29F-4097-8C0D-1BD79ADAF6A6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32432407-C5D1-47DF-85F0-9B4CDB9301FF}" type="presOf" srcId="{EC127752-1999-419E-AA0E-0F1EEF2C08D6}" destId="{6C2E495A-3AA4-44C1-8956-079E1B93AECD}" srcOrd="1" destOrd="0" presId="urn:microsoft.com/office/officeart/2005/8/layout/process4"/>
    <dgm:cxn modelId="{82EA922E-76F5-4221-A825-DF521FA2B91D}" type="presOf" srcId="{84120425-64C3-47EA-B3A3-700913620B1D}" destId="{0F3A981F-13E8-4E5F-BC66-194033BB23A2}" srcOrd="0" destOrd="0" presId="urn:microsoft.com/office/officeart/2005/8/layout/process4"/>
    <dgm:cxn modelId="{1862A531-2AD9-4143-923C-D52F8E6EE852}" srcId="{53854151-52A1-4C49-B9ED-5CCE2B5E2AC9}" destId="{7167AD3B-7C07-44B4-A73F-EDE7E28C8EBE}" srcOrd="3" destOrd="0" parTransId="{16DAF1C4-1C72-4CC9-AA48-AD1919988877}" sibTransId="{87278A69-6CED-45CC-A196-F9E090D9B755}"/>
    <dgm:cxn modelId="{5130043C-E0B5-4CCD-9FC1-7A5021AB3C31}" srcId="{53854151-52A1-4C49-B9ED-5CCE2B5E2AC9}" destId="{EC127752-1999-419E-AA0E-0F1EEF2C08D6}" srcOrd="2" destOrd="0" parTransId="{779C4AB2-49D8-42DB-A780-261EE15DC6C6}" sibTransId="{E64275E6-1F99-4A75-BE0E-169A1564CA24}"/>
    <dgm:cxn modelId="{00EBCD5B-BF96-4C1F-BC05-7A4F57C67CBE}" type="presOf" srcId="{53854151-52A1-4C49-B9ED-5CCE2B5E2AC9}" destId="{145A3304-2AEE-4EA4-98DC-F31D582FD46C}" srcOrd="0" destOrd="0" presId="urn:microsoft.com/office/officeart/2005/8/layout/process4"/>
    <dgm:cxn modelId="{29550E60-9D7D-41CB-BABE-F6C91378044C}" type="presOf" srcId="{90F6D708-9509-44CA-8702-AE97EE65CD59}" destId="{BA6D51AF-D842-4639-8D43-43D7B07890E5}" srcOrd="1" destOrd="0" presId="urn:microsoft.com/office/officeart/2005/8/layout/process4"/>
    <dgm:cxn modelId="{6BD30642-B92D-4DF3-A3F5-69F7F5136FE8}" srcId="{90F6D708-9509-44CA-8702-AE97EE65CD59}" destId="{C5A679A1-C29F-4097-8C0D-1BD79ADAF6A6}" srcOrd="0" destOrd="0" parTransId="{61EFEDCF-1904-4636-9431-066D15CE71C8}" sibTransId="{0942A411-518B-499E-B4BB-C6BD751F3525}"/>
    <dgm:cxn modelId="{CEE72146-077F-4C16-B7A6-8E1D277D7F6A}" type="presOf" srcId="{90F6D708-9509-44CA-8702-AE97EE65CD59}" destId="{03CD68F5-2040-4971-B5F7-C18C5CCD773C}" srcOrd="0" destOrd="0" presId="urn:microsoft.com/office/officeart/2005/8/layout/process4"/>
    <dgm:cxn modelId="{CFDA6D70-6834-45D0-A432-003405BB05C6}" srcId="{EC127752-1999-419E-AA0E-0F1EEF2C08D6}" destId="{01D71905-DA44-488C-AF6C-5CDEDAB5F9E5}" srcOrd="0" destOrd="0" parTransId="{0F5AA962-07D1-4B18-95AD-1A387CD41B7B}" sibTransId="{6E4845AB-5B38-4A06-BFA0-DAE0EB5F831C}"/>
    <dgm:cxn modelId="{3470D47F-9FBE-4D86-8564-EED9D796BCD8}" srcId="{53854151-52A1-4C49-B9ED-5CCE2B5E2AC9}" destId="{90F6D708-9509-44CA-8702-AE97EE65CD59}" srcOrd="0" destOrd="0" parTransId="{5D90DEFB-D092-4DF4-8C9A-2E612A2A1FCD}" sibTransId="{167FF3E7-CCDF-4C40-9366-2859B268A4D3}"/>
    <dgm:cxn modelId="{09FC29A0-A491-4A5A-A39D-E754B4DA4850}" type="presOf" srcId="{7167AD3B-7C07-44B4-A73F-EDE7E28C8EBE}" destId="{137D092D-4820-4BAD-9DE0-47184BEB8F7A}" srcOrd="0" destOrd="0" presId="urn:microsoft.com/office/officeart/2005/8/layout/process4"/>
    <dgm:cxn modelId="{B21C17B1-1DC9-4AEA-9E20-BDDEDD51C1D1}" type="presOf" srcId="{C5A679A1-C29F-4097-8C0D-1BD79ADAF6A6}" destId="{CBCBC2CF-B09B-45AE-8C68-1DC4E954183D}" srcOrd="0" destOrd="0" presId="urn:microsoft.com/office/officeart/2005/8/layout/process4"/>
    <dgm:cxn modelId="{5D1E1FB2-C86E-4842-B814-BCEBB7D6FF3E}" srcId="{53854151-52A1-4C49-B9ED-5CCE2B5E2AC9}" destId="{84120425-64C3-47EA-B3A3-700913620B1D}" srcOrd="1" destOrd="0" parTransId="{93FEA34F-EFAE-4E4D-AFC9-14E00EE0B466}" sibTransId="{596A0EF4-3CE6-49E9-9FAF-63A3BB233D9C}"/>
    <dgm:cxn modelId="{935784C4-DA5C-4F49-8E41-F5D3D032FB61}" type="presOf" srcId="{EC127752-1999-419E-AA0E-0F1EEF2C08D6}" destId="{0B9D4319-8014-434F-8DD4-1C9F396475D1}" srcOrd="0" destOrd="0" presId="urn:microsoft.com/office/officeart/2005/8/layout/process4"/>
    <dgm:cxn modelId="{C7B1DDDF-0536-48F1-8F10-ADCE4E172E27}" type="presOf" srcId="{01D71905-DA44-488C-AF6C-5CDEDAB5F9E5}" destId="{9B190A83-DA4E-4EA4-A059-3E1CECD87CAF}" srcOrd="0" destOrd="0" presId="urn:microsoft.com/office/officeart/2005/8/layout/process4"/>
    <dgm:cxn modelId="{6B5AB26C-992B-424D-9D50-E1E57C67EE3C}" type="presParOf" srcId="{145A3304-2AEE-4EA4-98DC-F31D582FD46C}" destId="{9D0D520F-E34E-44BD-A3D2-CE74B1D47C34}" srcOrd="0" destOrd="0" presId="urn:microsoft.com/office/officeart/2005/8/layout/process4"/>
    <dgm:cxn modelId="{B929190D-FA01-4344-9DBD-0869707EFA83}" type="presParOf" srcId="{9D0D520F-E34E-44BD-A3D2-CE74B1D47C34}" destId="{137D092D-4820-4BAD-9DE0-47184BEB8F7A}" srcOrd="0" destOrd="0" presId="urn:microsoft.com/office/officeart/2005/8/layout/process4"/>
    <dgm:cxn modelId="{65A35F92-F9BF-4A29-8F80-5C639F5E1E91}" type="presParOf" srcId="{145A3304-2AEE-4EA4-98DC-F31D582FD46C}" destId="{BCB0ADC2-E8D4-435A-AA8B-8C387FCFDA43}" srcOrd="1" destOrd="0" presId="urn:microsoft.com/office/officeart/2005/8/layout/process4"/>
    <dgm:cxn modelId="{8372E0E3-FBD3-4095-AA64-04A5E179161F}" type="presParOf" srcId="{145A3304-2AEE-4EA4-98DC-F31D582FD46C}" destId="{4DF984B5-F578-44BE-8E65-150F8E032E05}" srcOrd="2" destOrd="0" presId="urn:microsoft.com/office/officeart/2005/8/layout/process4"/>
    <dgm:cxn modelId="{74B60D71-C0A1-4FBD-8945-3FEBE4111EA8}" type="presParOf" srcId="{4DF984B5-F578-44BE-8E65-150F8E032E05}" destId="{0B9D4319-8014-434F-8DD4-1C9F396475D1}" srcOrd="0" destOrd="0" presId="urn:microsoft.com/office/officeart/2005/8/layout/process4"/>
    <dgm:cxn modelId="{920ACDDF-E047-45B9-BB81-4CEFC968FB62}" type="presParOf" srcId="{4DF984B5-F578-44BE-8E65-150F8E032E05}" destId="{6C2E495A-3AA4-44C1-8956-079E1B93AECD}" srcOrd="1" destOrd="0" presId="urn:microsoft.com/office/officeart/2005/8/layout/process4"/>
    <dgm:cxn modelId="{47EEC7C1-45AC-40FD-A5C2-2B743EA9E22D}" type="presParOf" srcId="{4DF984B5-F578-44BE-8E65-150F8E032E05}" destId="{B22B21D1-240B-45ED-9130-C68BDF1139B5}" srcOrd="2" destOrd="0" presId="urn:microsoft.com/office/officeart/2005/8/layout/process4"/>
    <dgm:cxn modelId="{96D5EE78-6DAF-4D4B-A5E9-7DA6EE10A900}" type="presParOf" srcId="{B22B21D1-240B-45ED-9130-C68BDF1139B5}" destId="{9B190A83-DA4E-4EA4-A059-3E1CECD87CAF}" srcOrd="0" destOrd="0" presId="urn:microsoft.com/office/officeart/2005/8/layout/process4"/>
    <dgm:cxn modelId="{93723393-B546-4734-9BC6-873D8348154C}" type="presParOf" srcId="{145A3304-2AEE-4EA4-98DC-F31D582FD46C}" destId="{6114EE5B-6492-48BD-9EC0-539504014B7D}" srcOrd="3" destOrd="0" presId="urn:microsoft.com/office/officeart/2005/8/layout/process4"/>
    <dgm:cxn modelId="{A0E8428C-E951-49DD-9869-5F721894DBA7}" type="presParOf" srcId="{145A3304-2AEE-4EA4-98DC-F31D582FD46C}" destId="{1F0E6110-288E-46CD-95D1-228CA2D0513E}" srcOrd="4" destOrd="0" presId="urn:microsoft.com/office/officeart/2005/8/layout/process4"/>
    <dgm:cxn modelId="{35854C94-3476-434F-8CC6-FCBAF64E7544}" type="presParOf" srcId="{1F0E6110-288E-46CD-95D1-228CA2D0513E}" destId="{0F3A981F-13E8-4E5F-BC66-194033BB23A2}" srcOrd="0" destOrd="0" presId="urn:microsoft.com/office/officeart/2005/8/layout/process4"/>
    <dgm:cxn modelId="{309D010B-F2B0-4160-B12F-87B66A603851}" type="presParOf" srcId="{145A3304-2AEE-4EA4-98DC-F31D582FD46C}" destId="{5CA63D00-3ACD-403F-8896-0A04AD0197C2}" srcOrd="5" destOrd="0" presId="urn:microsoft.com/office/officeart/2005/8/layout/process4"/>
    <dgm:cxn modelId="{D860C11D-2F48-4B8E-B312-8E1074E5A9C3}" type="presParOf" srcId="{145A3304-2AEE-4EA4-98DC-F31D582FD46C}" destId="{6596D553-C6FC-43C1-8575-34EF600FB9C9}" srcOrd="6" destOrd="0" presId="urn:microsoft.com/office/officeart/2005/8/layout/process4"/>
    <dgm:cxn modelId="{F9D3B5A5-DE8A-49A0-921B-DC349926E54F}" type="presParOf" srcId="{6596D553-C6FC-43C1-8575-34EF600FB9C9}" destId="{03CD68F5-2040-4971-B5F7-C18C5CCD773C}" srcOrd="0" destOrd="0" presId="urn:microsoft.com/office/officeart/2005/8/layout/process4"/>
    <dgm:cxn modelId="{C8B97B8F-3EE0-4F72-9241-4DF56D426CB9}" type="presParOf" srcId="{6596D553-C6FC-43C1-8575-34EF600FB9C9}" destId="{BA6D51AF-D842-4639-8D43-43D7B07890E5}" srcOrd="1" destOrd="0" presId="urn:microsoft.com/office/officeart/2005/8/layout/process4"/>
    <dgm:cxn modelId="{C482B0D9-4409-4382-8C40-1EBCAB8AB727}" type="presParOf" srcId="{6596D553-C6FC-43C1-8575-34EF600FB9C9}" destId="{9BF772BE-757F-4BCC-BEE5-97D89A5917BA}" srcOrd="2" destOrd="0" presId="urn:microsoft.com/office/officeart/2005/8/layout/process4"/>
    <dgm:cxn modelId="{A36CDFEC-553F-47CB-927C-649411D93BA1}" type="presParOf" srcId="{9BF772BE-757F-4BCC-BEE5-97D89A5917BA}" destId="{CBCBC2CF-B09B-45AE-8C68-1DC4E954183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4845268-7745-4808-8748-5DB94989C35F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036C5B0-188C-430F-B954-0D7E8F2B2359}">
      <dgm:prSet/>
      <dgm:spPr/>
      <dgm:t>
        <a:bodyPr/>
        <a:lstStyle/>
        <a:p>
          <a:r>
            <a:rPr lang="en-US" dirty="0" err="1"/>
            <a:t>Conceito</a:t>
          </a:r>
          <a:r>
            <a:rPr lang="en-US" dirty="0"/>
            <a:t> CDF → André  |  </a:t>
          </a:r>
          <a:r>
            <a:rPr lang="en-US" dirty="0" err="1"/>
            <a:t>Arquitetura</a:t>
          </a:r>
          <a:r>
            <a:rPr lang="en-US" dirty="0"/>
            <a:t> → Tech Lead</a:t>
          </a:r>
        </a:p>
      </dgm:t>
    </dgm:pt>
    <dgm:pt modelId="{58DF4393-9499-4B80-92B8-1459F12B7060}" type="parTrans" cxnId="{A938F6EE-17F9-4E5A-AD94-7654D24E3BE3}">
      <dgm:prSet/>
      <dgm:spPr/>
      <dgm:t>
        <a:bodyPr/>
        <a:lstStyle/>
        <a:p>
          <a:endParaRPr lang="en-US"/>
        </a:p>
      </dgm:t>
    </dgm:pt>
    <dgm:pt modelId="{61D04FCE-1365-4927-8A6F-4D601B75DF7F}" type="sibTrans" cxnId="{A938F6EE-17F9-4E5A-AD94-7654D24E3BE3}">
      <dgm:prSet/>
      <dgm:spPr/>
      <dgm:t>
        <a:bodyPr/>
        <a:lstStyle/>
        <a:p>
          <a:endParaRPr lang="en-US"/>
        </a:p>
      </dgm:t>
    </dgm:pt>
    <dgm:pt modelId="{1FE157A9-5B27-4E78-9848-8BE6F365717A}">
      <dgm:prSet/>
      <dgm:spPr/>
      <dgm:t>
        <a:bodyPr/>
        <a:lstStyle/>
        <a:p>
          <a:r>
            <a:rPr lang="en-US" dirty="0" err="1"/>
            <a:t>Acesso</a:t>
          </a:r>
          <a:r>
            <a:rPr lang="en-US" dirty="0"/>
            <a:t> ONB-01 → Par de entrada  |  </a:t>
          </a:r>
          <a:r>
            <a:rPr lang="en-US" dirty="0" err="1"/>
            <a:t>Publicação</a:t>
          </a:r>
          <a:r>
            <a:rPr lang="en-US" dirty="0"/>
            <a:t> → Dayana</a:t>
          </a:r>
        </a:p>
      </dgm:t>
    </dgm:pt>
    <dgm:pt modelId="{7C5FBF70-74AE-411C-AE6F-6055A0E9CB47}" type="parTrans" cxnId="{A87228E6-5809-40AF-B821-ACE3796D1346}">
      <dgm:prSet/>
      <dgm:spPr/>
      <dgm:t>
        <a:bodyPr/>
        <a:lstStyle/>
        <a:p>
          <a:endParaRPr lang="en-US"/>
        </a:p>
      </dgm:t>
    </dgm:pt>
    <dgm:pt modelId="{9C869481-5532-4D9F-9D93-221CCFDDBD6A}" type="sibTrans" cxnId="{A87228E6-5809-40AF-B821-ACE3796D1346}">
      <dgm:prSet/>
      <dgm:spPr/>
      <dgm:t>
        <a:bodyPr/>
        <a:lstStyle/>
        <a:p>
          <a:endParaRPr lang="en-US"/>
        </a:p>
      </dgm:t>
    </dgm:pt>
    <dgm:pt modelId="{531FFD2C-35D9-48DC-A495-042668566A48}">
      <dgm:prSet/>
      <dgm:spPr/>
      <dgm:t>
        <a:bodyPr/>
        <a:lstStyle/>
        <a:p>
          <a:r>
            <a:rPr lang="en-US" dirty="0" err="1"/>
            <a:t>Prioridade</a:t>
          </a:r>
          <a:r>
            <a:rPr lang="en-US" dirty="0"/>
            <a:t>/</a:t>
          </a:r>
          <a:r>
            <a:rPr lang="en-US" dirty="0" err="1"/>
            <a:t>capacidade</a:t>
          </a:r>
          <a:r>
            <a:rPr lang="en-US" dirty="0"/>
            <a:t> → Lara  |  </a:t>
          </a:r>
          <a:r>
            <a:rPr lang="en-US" dirty="0" err="1"/>
            <a:t>Padrão</a:t>
          </a:r>
          <a:r>
            <a:rPr lang="en-US" dirty="0"/>
            <a:t> do </a:t>
          </a:r>
          <a:r>
            <a:rPr lang="en-US" dirty="0" err="1"/>
            <a:t>pacote</a:t>
          </a:r>
          <a:r>
            <a:rPr lang="en-US" dirty="0"/>
            <a:t> → Gilson</a:t>
          </a:r>
        </a:p>
      </dgm:t>
    </dgm:pt>
    <dgm:pt modelId="{7FAD77AA-E60D-4EF7-BF2A-D5EB042D929C}" type="parTrans" cxnId="{5DFA4B55-8260-4FCD-94E3-45D4B5C71C1E}">
      <dgm:prSet/>
      <dgm:spPr/>
      <dgm:t>
        <a:bodyPr/>
        <a:lstStyle/>
        <a:p>
          <a:endParaRPr lang="en-US"/>
        </a:p>
      </dgm:t>
    </dgm:pt>
    <dgm:pt modelId="{D0AD5000-8D2B-4A7F-B01E-18452786D1F2}" type="sibTrans" cxnId="{5DFA4B55-8260-4FCD-94E3-45D4B5C71C1E}">
      <dgm:prSet/>
      <dgm:spPr/>
      <dgm:t>
        <a:bodyPr/>
        <a:lstStyle/>
        <a:p>
          <a:endParaRPr lang="en-US"/>
        </a:p>
      </dgm:t>
    </dgm:pt>
    <dgm:pt modelId="{C44AF271-1C0F-4765-B50A-48161AD12307}">
      <dgm:prSet/>
      <dgm:spPr/>
      <dgm:t>
        <a:bodyPr/>
        <a:lstStyle/>
        <a:p>
          <a:r>
            <a:rPr lang="en-US" dirty="0" err="1"/>
            <a:t>Bloqueio</a:t>
          </a:r>
          <a:r>
            <a:rPr lang="en-US" dirty="0"/>
            <a:t> </a:t>
          </a:r>
          <a:r>
            <a:rPr lang="en-US" dirty="0" err="1"/>
            <a:t>persistente</a:t>
          </a:r>
          <a:r>
            <a:rPr lang="en-US" dirty="0"/>
            <a:t> → Par + Tech Lead + UR (Teams </a:t>
          </a:r>
          <a:r>
            <a:rPr lang="en-US" dirty="0" err="1"/>
            <a:t>como</a:t>
          </a:r>
          <a:r>
            <a:rPr lang="en-US" dirty="0"/>
            <a:t> FAQ)</a:t>
          </a:r>
        </a:p>
      </dgm:t>
    </dgm:pt>
    <dgm:pt modelId="{2369A382-D62D-4221-9291-EDC288E7A716}" type="parTrans" cxnId="{C4729CB6-9A5E-43BE-8D49-8B8A31A0054B}">
      <dgm:prSet/>
      <dgm:spPr/>
      <dgm:t>
        <a:bodyPr/>
        <a:lstStyle/>
        <a:p>
          <a:endParaRPr lang="en-US"/>
        </a:p>
      </dgm:t>
    </dgm:pt>
    <dgm:pt modelId="{316C9C1A-3BC5-4F6D-A858-17883490C107}" type="sibTrans" cxnId="{C4729CB6-9A5E-43BE-8D49-8B8A31A0054B}">
      <dgm:prSet/>
      <dgm:spPr/>
      <dgm:t>
        <a:bodyPr/>
        <a:lstStyle/>
        <a:p>
          <a:endParaRPr lang="en-US"/>
        </a:p>
      </dgm:t>
    </dgm:pt>
    <dgm:pt modelId="{7D16C925-51CD-4F47-A2E2-79DF20624CBD}" type="pres">
      <dgm:prSet presAssocID="{E4845268-7745-4808-8748-5DB94989C35F}" presName="vert0" presStyleCnt="0">
        <dgm:presLayoutVars>
          <dgm:dir/>
          <dgm:animOne val="branch"/>
          <dgm:animLvl val="lvl"/>
        </dgm:presLayoutVars>
      </dgm:prSet>
      <dgm:spPr/>
    </dgm:pt>
    <dgm:pt modelId="{BC432834-C284-4017-8555-B746F22DA477}" type="pres">
      <dgm:prSet presAssocID="{B036C5B0-188C-430F-B954-0D7E8F2B2359}" presName="thickLine" presStyleLbl="alignNode1" presStyleIdx="0" presStyleCnt="4"/>
      <dgm:spPr/>
    </dgm:pt>
    <dgm:pt modelId="{9D426F6C-6CF4-44E9-B7DE-D0D4DB2076AB}" type="pres">
      <dgm:prSet presAssocID="{B036C5B0-188C-430F-B954-0D7E8F2B2359}" presName="horz1" presStyleCnt="0"/>
      <dgm:spPr/>
    </dgm:pt>
    <dgm:pt modelId="{90A01CCF-C0E1-4B1C-8328-E44C731313D0}" type="pres">
      <dgm:prSet presAssocID="{B036C5B0-188C-430F-B954-0D7E8F2B2359}" presName="tx1" presStyleLbl="revTx" presStyleIdx="0" presStyleCnt="4"/>
      <dgm:spPr/>
    </dgm:pt>
    <dgm:pt modelId="{BF82384F-D895-44E9-8504-4F6AC8D871A5}" type="pres">
      <dgm:prSet presAssocID="{B036C5B0-188C-430F-B954-0D7E8F2B2359}" presName="vert1" presStyleCnt="0"/>
      <dgm:spPr/>
    </dgm:pt>
    <dgm:pt modelId="{6144A6C2-C0C0-4D74-BEC3-22D2C984631E}" type="pres">
      <dgm:prSet presAssocID="{1FE157A9-5B27-4E78-9848-8BE6F365717A}" presName="thickLine" presStyleLbl="alignNode1" presStyleIdx="1" presStyleCnt="4"/>
      <dgm:spPr/>
    </dgm:pt>
    <dgm:pt modelId="{E1532552-DC56-4AA3-98A6-B85B251E00B0}" type="pres">
      <dgm:prSet presAssocID="{1FE157A9-5B27-4E78-9848-8BE6F365717A}" presName="horz1" presStyleCnt="0"/>
      <dgm:spPr/>
    </dgm:pt>
    <dgm:pt modelId="{0E7DC5B2-6240-4AF2-BE45-99BBA8032533}" type="pres">
      <dgm:prSet presAssocID="{1FE157A9-5B27-4E78-9848-8BE6F365717A}" presName="tx1" presStyleLbl="revTx" presStyleIdx="1" presStyleCnt="4"/>
      <dgm:spPr/>
    </dgm:pt>
    <dgm:pt modelId="{146F6864-E93A-4123-BAEA-FBEFBCAE787E}" type="pres">
      <dgm:prSet presAssocID="{1FE157A9-5B27-4E78-9848-8BE6F365717A}" presName="vert1" presStyleCnt="0"/>
      <dgm:spPr/>
    </dgm:pt>
    <dgm:pt modelId="{F96E1E72-E408-474C-84F6-F39AAF28702B}" type="pres">
      <dgm:prSet presAssocID="{531FFD2C-35D9-48DC-A495-042668566A48}" presName="thickLine" presStyleLbl="alignNode1" presStyleIdx="2" presStyleCnt="4"/>
      <dgm:spPr/>
    </dgm:pt>
    <dgm:pt modelId="{DC188651-E66A-4E3E-A6F5-F2A0869DAB7E}" type="pres">
      <dgm:prSet presAssocID="{531FFD2C-35D9-48DC-A495-042668566A48}" presName="horz1" presStyleCnt="0"/>
      <dgm:spPr/>
    </dgm:pt>
    <dgm:pt modelId="{13E4ED9D-A9B1-4FFA-8E66-E2261C866F90}" type="pres">
      <dgm:prSet presAssocID="{531FFD2C-35D9-48DC-A495-042668566A48}" presName="tx1" presStyleLbl="revTx" presStyleIdx="2" presStyleCnt="4"/>
      <dgm:spPr/>
    </dgm:pt>
    <dgm:pt modelId="{C76FDC68-22A9-4CDD-8F0E-1D4644CFDBC8}" type="pres">
      <dgm:prSet presAssocID="{531FFD2C-35D9-48DC-A495-042668566A48}" presName="vert1" presStyleCnt="0"/>
      <dgm:spPr/>
    </dgm:pt>
    <dgm:pt modelId="{DE23673F-E7E1-4E86-93BC-2463626E89AF}" type="pres">
      <dgm:prSet presAssocID="{C44AF271-1C0F-4765-B50A-48161AD12307}" presName="thickLine" presStyleLbl="alignNode1" presStyleIdx="3" presStyleCnt="4"/>
      <dgm:spPr/>
    </dgm:pt>
    <dgm:pt modelId="{DAEA8FDC-61D3-4F88-AF90-DD80E1EA0C10}" type="pres">
      <dgm:prSet presAssocID="{C44AF271-1C0F-4765-B50A-48161AD12307}" presName="horz1" presStyleCnt="0"/>
      <dgm:spPr/>
    </dgm:pt>
    <dgm:pt modelId="{78305FC6-B8E9-4D56-8DD9-A2C664835B16}" type="pres">
      <dgm:prSet presAssocID="{C44AF271-1C0F-4765-B50A-48161AD12307}" presName="tx1" presStyleLbl="revTx" presStyleIdx="3" presStyleCnt="4"/>
      <dgm:spPr/>
    </dgm:pt>
    <dgm:pt modelId="{8D6542DB-E411-4983-903E-4FDA22D85179}" type="pres">
      <dgm:prSet presAssocID="{C44AF271-1C0F-4765-B50A-48161AD12307}" presName="vert1" presStyleCnt="0"/>
      <dgm:spPr/>
    </dgm:pt>
  </dgm:ptLst>
  <dgm:cxnLst>
    <dgm:cxn modelId="{AB4CF96B-2D9F-4773-86AF-D60B60958D35}" type="presOf" srcId="{E4845268-7745-4808-8748-5DB94989C35F}" destId="{7D16C925-51CD-4F47-A2E2-79DF20624CBD}" srcOrd="0" destOrd="0" presId="urn:microsoft.com/office/officeart/2008/layout/LinedList"/>
    <dgm:cxn modelId="{5DFA4B55-8260-4FCD-94E3-45D4B5C71C1E}" srcId="{E4845268-7745-4808-8748-5DB94989C35F}" destId="{531FFD2C-35D9-48DC-A495-042668566A48}" srcOrd="2" destOrd="0" parTransId="{7FAD77AA-E60D-4EF7-BF2A-D5EB042D929C}" sibTransId="{D0AD5000-8D2B-4A7F-B01E-18452786D1F2}"/>
    <dgm:cxn modelId="{2E41558C-0A8D-4A78-AE34-4484E443102F}" type="presOf" srcId="{C44AF271-1C0F-4765-B50A-48161AD12307}" destId="{78305FC6-B8E9-4D56-8DD9-A2C664835B16}" srcOrd="0" destOrd="0" presId="urn:microsoft.com/office/officeart/2008/layout/LinedList"/>
    <dgm:cxn modelId="{C4729CB6-9A5E-43BE-8D49-8B8A31A0054B}" srcId="{E4845268-7745-4808-8748-5DB94989C35F}" destId="{C44AF271-1C0F-4765-B50A-48161AD12307}" srcOrd="3" destOrd="0" parTransId="{2369A382-D62D-4221-9291-EDC288E7A716}" sibTransId="{316C9C1A-3BC5-4F6D-A858-17883490C107}"/>
    <dgm:cxn modelId="{96A753D5-CE84-45B3-84D2-42130CBEB727}" type="presOf" srcId="{1FE157A9-5B27-4E78-9848-8BE6F365717A}" destId="{0E7DC5B2-6240-4AF2-BE45-99BBA8032533}" srcOrd="0" destOrd="0" presId="urn:microsoft.com/office/officeart/2008/layout/LinedList"/>
    <dgm:cxn modelId="{A87228E6-5809-40AF-B821-ACE3796D1346}" srcId="{E4845268-7745-4808-8748-5DB94989C35F}" destId="{1FE157A9-5B27-4E78-9848-8BE6F365717A}" srcOrd="1" destOrd="0" parTransId="{7C5FBF70-74AE-411C-AE6F-6055A0E9CB47}" sibTransId="{9C869481-5532-4D9F-9D93-221CCFDDBD6A}"/>
    <dgm:cxn modelId="{C2FA2EEA-32F4-4540-AFD7-AEF2B755F796}" type="presOf" srcId="{B036C5B0-188C-430F-B954-0D7E8F2B2359}" destId="{90A01CCF-C0E1-4B1C-8328-E44C731313D0}" srcOrd="0" destOrd="0" presId="urn:microsoft.com/office/officeart/2008/layout/LinedList"/>
    <dgm:cxn modelId="{A938F6EE-17F9-4E5A-AD94-7654D24E3BE3}" srcId="{E4845268-7745-4808-8748-5DB94989C35F}" destId="{B036C5B0-188C-430F-B954-0D7E8F2B2359}" srcOrd="0" destOrd="0" parTransId="{58DF4393-9499-4B80-92B8-1459F12B7060}" sibTransId="{61D04FCE-1365-4927-8A6F-4D601B75DF7F}"/>
    <dgm:cxn modelId="{F58C43FE-BD3E-4097-9C6B-CECFEF188438}" type="presOf" srcId="{531FFD2C-35D9-48DC-A495-042668566A48}" destId="{13E4ED9D-A9B1-4FFA-8E66-E2261C866F90}" srcOrd="0" destOrd="0" presId="urn:microsoft.com/office/officeart/2008/layout/LinedList"/>
    <dgm:cxn modelId="{2A8A9AE2-E8BE-4CED-8DE1-4C41D7F69E18}" type="presParOf" srcId="{7D16C925-51CD-4F47-A2E2-79DF20624CBD}" destId="{BC432834-C284-4017-8555-B746F22DA477}" srcOrd="0" destOrd="0" presId="urn:microsoft.com/office/officeart/2008/layout/LinedList"/>
    <dgm:cxn modelId="{80542A8D-D197-490D-8142-47ECE2593D47}" type="presParOf" srcId="{7D16C925-51CD-4F47-A2E2-79DF20624CBD}" destId="{9D426F6C-6CF4-44E9-B7DE-D0D4DB2076AB}" srcOrd="1" destOrd="0" presId="urn:microsoft.com/office/officeart/2008/layout/LinedList"/>
    <dgm:cxn modelId="{6CB6ED82-3223-4E18-BF8C-A6805F85A82A}" type="presParOf" srcId="{9D426F6C-6CF4-44E9-B7DE-D0D4DB2076AB}" destId="{90A01CCF-C0E1-4B1C-8328-E44C731313D0}" srcOrd="0" destOrd="0" presId="urn:microsoft.com/office/officeart/2008/layout/LinedList"/>
    <dgm:cxn modelId="{4A34991C-EBD6-43D0-826F-D4AC89C2625F}" type="presParOf" srcId="{9D426F6C-6CF4-44E9-B7DE-D0D4DB2076AB}" destId="{BF82384F-D895-44E9-8504-4F6AC8D871A5}" srcOrd="1" destOrd="0" presId="urn:microsoft.com/office/officeart/2008/layout/LinedList"/>
    <dgm:cxn modelId="{8490D518-FB52-4B85-B46C-7BD1664C6156}" type="presParOf" srcId="{7D16C925-51CD-4F47-A2E2-79DF20624CBD}" destId="{6144A6C2-C0C0-4D74-BEC3-22D2C984631E}" srcOrd="2" destOrd="0" presId="urn:microsoft.com/office/officeart/2008/layout/LinedList"/>
    <dgm:cxn modelId="{5DCDD2E6-BAE9-4DD8-9C94-56BE45872A0F}" type="presParOf" srcId="{7D16C925-51CD-4F47-A2E2-79DF20624CBD}" destId="{E1532552-DC56-4AA3-98A6-B85B251E00B0}" srcOrd="3" destOrd="0" presId="urn:microsoft.com/office/officeart/2008/layout/LinedList"/>
    <dgm:cxn modelId="{BA89B0CD-CF9C-4E24-BEF9-0EFC3D2AB021}" type="presParOf" srcId="{E1532552-DC56-4AA3-98A6-B85B251E00B0}" destId="{0E7DC5B2-6240-4AF2-BE45-99BBA8032533}" srcOrd="0" destOrd="0" presId="urn:microsoft.com/office/officeart/2008/layout/LinedList"/>
    <dgm:cxn modelId="{2D5394F3-525F-4305-8C9F-DCA5138888AD}" type="presParOf" srcId="{E1532552-DC56-4AA3-98A6-B85B251E00B0}" destId="{146F6864-E93A-4123-BAEA-FBEFBCAE787E}" srcOrd="1" destOrd="0" presId="urn:microsoft.com/office/officeart/2008/layout/LinedList"/>
    <dgm:cxn modelId="{88D9DE9D-04BC-4A95-BD9C-78F5B0F58CE9}" type="presParOf" srcId="{7D16C925-51CD-4F47-A2E2-79DF20624CBD}" destId="{F96E1E72-E408-474C-84F6-F39AAF28702B}" srcOrd="4" destOrd="0" presId="urn:microsoft.com/office/officeart/2008/layout/LinedList"/>
    <dgm:cxn modelId="{001CB1B6-EC2D-4C06-9524-B3E2AE1733E4}" type="presParOf" srcId="{7D16C925-51CD-4F47-A2E2-79DF20624CBD}" destId="{DC188651-E66A-4E3E-A6F5-F2A0869DAB7E}" srcOrd="5" destOrd="0" presId="urn:microsoft.com/office/officeart/2008/layout/LinedList"/>
    <dgm:cxn modelId="{AD32E9B6-2879-4A56-98EC-96DB82845CF4}" type="presParOf" srcId="{DC188651-E66A-4E3E-A6F5-F2A0869DAB7E}" destId="{13E4ED9D-A9B1-4FFA-8E66-E2261C866F90}" srcOrd="0" destOrd="0" presId="urn:microsoft.com/office/officeart/2008/layout/LinedList"/>
    <dgm:cxn modelId="{895C5672-26E2-4F03-8467-B159D2F1796C}" type="presParOf" srcId="{DC188651-E66A-4E3E-A6F5-F2A0869DAB7E}" destId="{C76FDC68-22A9-4CDD-8F0E-1D4644CFDBC8}" srcOrd="1" destOrd="0" presId="urn:microsoft.com/office/officeart/2008/layout/LinedList"/>
    <dgm:cxn modelId="{E75A6E8A-AF49-482C-BA01-95745D092C03}" type="presParOf" srcId="{7D16C925-51CD-4F47-A2E2-79DF20624CBD}" destId="{DE23673F-E7E1-4E86-93BC-2463626E89AF}" srcOrd="6" destOrd="0" presId="urn:microsoft.com/office/officeart/2008/layout/LinedList"/>
    <dgm:cxn modelId="{2E3CE8DB-2434-4F1B-A298-2358AB784944}" type="presParOf" srcId="{7D16C925-51CD-4F47-A2E2-79DF20624CBD}" destId="{DAEA8FDC-61D3-4F88-AF90-DD80E1EA0C10}" srcOrd="7" destOrd="0" presId="urn:microsoft.com/office/officeart/2008/layout/LinedList"/>
    <dgm:cxn modelId="{FD7B3403-ACAE-4E86-B5F3-BCAC768EC09B}" type="presParOf" srcId="{DAEA8FDC-61D3-4F88-AF90-DD80E1EA0C10}" destId="{78305FC6-B8E9-4D56-8DD9-A2C664835B16}" srcOrd="0" destOrd="0" presId="urn:microsoft.com/office/officeart/2008/layout/LinedList"/>
    <dgm:cxn modelId="{173B6F18-70AF-436F-994E-F5AF53A37028}" type="presParOf" srcId="{DAEA8FDC-61D3-4F88-AF90-DD80E1EA0C10}" destId="{8D6542DB-E411-4983-903E-4FDA22D851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CE6619C-15C9-42C6-84BE-91128F196D3C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F9AF97-921A-494F-9341-ED7654FC3FEF}">
      <dgm:prSet/>
      <dgm:spPr/>
      <dgm:t>
        <a:bodyPr/>
        <a:lstStyle/>
        <a:p>
          <a:r>
            <a:rPr lang="en-US" b="0" dirty="0" err="1"/>
            <a:t>Próximo</a:t>
          </a:r>
          <a:r>
            <a:rPr lang="en-US" b="0" dirty="0"/>
            <a:t> </a:t>
          </a:r>
          <a:r>
            <a:rPr lang="en-US" b="0" dirty="0" err="1"/>
            <a:t>passo</a:t>
          </a:r>
          <a:r>
            <a:rPr lang="en-US" b="0" dirty="0"/>
            <a:t>: </a:t>
          </a:r>
          <a:r>
            <a:rPr lang="en-US" b="0" dirty="0" err="1"/>
            <a:t>rodar</a:t>
          </a:r>
          <a:r>
            <a:rPr lang="en-US" b="0" dirty="0"/>
            <a:t> o </a:t>
          </a:r>
          <a:r>
            <a:rPr lang="en-US" b="0" dirty="0" err="1"/>
            <a:t>piloto</a:t>
          </a:r>
          <a:endParaRPr lang="en-US" b="0" dirty="0"/>
        </a:p>
      </dgm:t>
    </dgm:pt>
    <dgm:pt modelId="{F81886E6-4FD1-4A53-8D06-2ED6854F0315}" type="parTrans" cxnId="{2ADA9900-15A1-48CD-9182-E5D4F86F4C56}">
      <dgm:prSet/>
      <dgm:spPr/>
      <dgm:t>
        <a:bodyPr/>
        <a:lstStyle/>
        <a:p>
          <a:endParaRPr lang="en-US"/>
        </a:p>
      </dgm:t>
    </dgm:pt>
    <dgm:pt modelId="{303604E3-96FA-4384-B81E-3B7FBFC87206}" type="sibTrans" cxnId="{2ADA9900-15A1-48CD-9182-E5D4F86F4C56}">
      <dgm:prSet/>
      <dgm:spPr/>
      <dgm:t>
        <a:bodyPr/>
        <a:lstStyle/>
        <a:p>
          <a:endParaRPr lang="en-US"/>
        </a:p>
      </dgm:t>
    </dgm:pt>
    <dgm:pt modelId="{B3571711-FF84-4656-B185-0B900F8C6CEB}">
      <dgm:prSet/>
      <dgm:spPr/>
      <dgm:t>
        <a:bodyPr/>
        <a:lstStyle/>
        <a:p>
          <a:r>
            <a:rPr lang="en-US"/>
            <a:t>✓  Trilha publicada na Ulearning com versão registrada</a:t>
          </a:r>
        </a:p>
      </dgm:t>
    </dgm:pt>
    <dgm:pt modelId="{A66F1F09-7FE1-42FC-B24F-EE11818B4FD8}" type="parTrans" cxnId="{12B624AE-5527-48A6-948F-195D66923468}">
      <dgm:prSet/>
      <dgm:spPr/>
      <dgm:t>
        <a:bodyPr/>
        <a:lstStyle/>
        <a:p>
          <a:endParaRPr lang="en-US"/>
        </a:p>
      </dgm:t>
    </dgm:pt>
    <dgm:pt modelId="{0BAD6929-7D63-42CD-8108-E0CEC4AC359F}" type="sibTrans" cxnId="{12B624AE-5527-48A6-948F-195D66923468}">
      <dgm:prSet/>
      <dgm:spPr/>
      <dgm:t>
        <a:bodyPr/>
        <a:lstStyle/>
        <a:p>
          <a:endParaRPr lang="en-US"/>
        </a:p>
      </dgm:t>
    </dgm:pt>
    <dgm:pt modelId="{9572BE2B-1D92-442C-939B-E4E5066C5001}">
      <dgm:prSet/>
      <dgm:spPr/>
      <dgm:t>
        <a:bodyPr/>
        <a:lstStyle/>
        <a:p>
          <a:r>
            <a:rPr lang="en-US"/>
            <a:t>✓  Grupo piloto com par de entrada nomeado por pessoa</a:t>
          </a:r>
        </a:p>
      </dgm:t>
    </dgm:pt>
    <dgm:pt modelId="{CD9F2A93-B277-4FE9-8F21-ACF659E82FF3}" type="parTrans" cxnId="{6B65D9BF-5970-4F33-9C83-A513941FC275}">
      <dgm:prSet/>
      <dgm:spPr/>
      <dgm:t>
        <a:bodyPr/>
        <a:lstStyle/>
        <a:p>
          <a:endParaRPr lang="en-US"/>
        </a:p>
      </dgm:t>
    </dgm:pt>
    <dgm:pt modelId="{AC3524C7-E934-4498-AC40-6BAE9E666C6F}" type="sibTrans" cxnId="{6B65D9BF-5970-4F33-9C83-A513941FC275}">
      <dgm:prSet/>
      <dgm:spPr/>
      <dgm:t>
        <a:bodyPr/>
        <a:lstStyle/>
        <a:p>
          <a:endParaRPr lang="en-US"/>
        </a:p>
      </dgm:t>
    </dgm:pt>
    <dgm:pt modelId="{F97F00E6-59FF-45AB-93B4-F301B997FB5E}">
      <dgm:prSet/>
      <dgm:spPr/>
      <dgm:t>
        <a:bodyPr/>
        <a:lstStyle/>
        <a:p>
          <a:r>
            <a:rPr lang="en-US"/>
            <a:t>✓  Kickoff com a liderança: acessos liberados antes do ONB-01</a:t>
          </a:r>
        </a:p>
      </dgm:t>
    </dgm:pt>
    <dgm:pt modelId="{54EB0D8B-7611-47E2-8C18-F3F68A31DE01}" type="parTrans" cxnId="{3482CB0F-6CDA-4DBB-B5BD-EAB0899AA42B}">
      <dgm:prSet/>
      <dgm:spPr/>
      <dgm:t>
        <a:bodyPr/>
        <a:lstStyle/>
        <a:p>
          <a:endParaRPr lang="en-US"/>
        </a:p>
      </dgm:t>
    </dgm:pt>
    <dgm:pt modelId="{6968D14D-54E1-46F0-9B65-50611FB79D34}" type="sibTrans" cxnId="{3482CB0F-6CDA-4DBB-B5BD-EAB0899AA42B}">
      <dgm:prSet/>
      <dgm:spPr/>
      <dgm:t>
        <a:bodyPr/>
        <a:lstStyle/>
        <a:p>
          <a:endParaRPr lang="en-US"/>
        </a:p>
      </dgm:t>
    </dgm:pt>
    <dgm:pt modelId="{C4A35F82-2E5F-47CA-BDED-BF11C9DE5B92}">
      <dgm:prSet/>
      <dgm:spPr/>
      <dgm:t>
        <a:bodyPr/>
        <a:lstStyle/>
        <a:p>
          <a:r>
            <a:rPr lang="en-US"/>
            <a:t>✓  Medir o tempo até a primeira entrega segura e capturar o FAQ</a:t>
          </a:r>
        </a:p>
      </dgm:t>
    </dgm:pt>
    <dgm:pt modelId="{0B0B0C25-64FE-47FC-808F-7DF15F5D8C5F}" type="parTrans" cxnId="{ED313ADB-73B8-4945-97A6-495AD08C0152}">
      <dgm:prSet/>
      <dgm:spPr/>
      <dgm:t>
        <a:bodyPr/>
        <a:lstStyle/>
        <a:p>
          <a:endParaRPr lang="en-US"/>
        </a:p>
      </dgm:t>
    </dgm:pt>
    <dgm:pt modelId="{C256C59B-352F-4769-A207-E2FB6A4B2BF8}" type="sibTrans" cxnId="{ED313ADB-73B8-4945-97A6-495AD08C0152}">
      <dgm:prSet/>
      <dgm:spPr/>
      <dgm:t>
        <a:bodyPr/>
        <a:lstStyle/>
        <a:p>
          <a:endParaRPr lang="en-US"/>
        </a:p>
      </dgm:t>
    </dgm:pt>
    <dgm:pt modelId="{F1BF07CF-F082-4BF5-9A8E-6910D91139E4}" type="pres">
      <dgm:prSet presAssocID="{6CE6619C-15C9-42C6-84BE-91128F196D3C}" presName="outerComposite" presStyleCnt="0">
        <dgm:presLayoutVars>
          <dgm:chMax val="5"/>
          <dgm:dir/>
          <dgm:resizeHandles val="exact"/>
        </dgm:presLayoutVars>
      </dgm:prSet>
      <dgm:spPr/>
    </dgm:pt>
    <dgm:pt modelId="{B067B25D-F5D2-4C10-B6F3-DAA07AAAF2CC}" type="pres">
      <dgm:prSet presAssocID="{6CE6619C-15C9-42C6-84BE-91128F196D3C}" presName="dummyMaxCanvas" presStyleCnt="0">
        <dgm:presLayoutVars/>
      </dgm:prSet>
      <dgm:spPr/>
    </dgm:pt>
    <dgm:pt modelId="{15CC94BA-174B-46CB-9EDB-A5F362DFB4A9}" type="pres">
      <dgm:prSet presAssocID="{6CE6619C-15C9-42C6-84BE-91128F196D3C}" presName="FiveNodes_1" presStyleLbl="node1" presStyleIdx="0" presStyleCnt="5">
        <dgm:presLayoutVars>
          <dgm:bulletEnabled val="1"/>
        </dgm:presLayoutVars>
      </dgm:prSet>
      <dgm:spPr/>
    </dgm:pt>
    <dgm:pt modelId="{3ACC6086-A448-4AFE-910C-981DBB1A107C}" type="pres">
      <dgm:prSet presAssocID="{6CE6619C-15C9-42C6-84BE-91128F196D3C}" presName="FiveNodes_2" presStyleLbl="node1" presStyleIdx="1" presStyleCnt="5">
        <dgm:presLayoutVars>
          <dgm:bulletEnabled val="1"/>
        </dgm:presLayoutVars>
      </dgm:prSet>
      <dgm:spPr/>
    </dgm:pt>
    <dgm:pt modelId="{6675EF30-7C8F-4C0A-A743-21537E63EF16}" type="pres">
      <dgm:prSet presAssocID="{6CE6619C-15C9-42C6-84BE-91128F196D3C}" presName="FiveNodes_3" presStyleLbl="node1" presStyleIdx="2" presStyleCnt="5">
        <dgm:presLayoutVars>
          <dgm:bulletEnabled val="1"/>
        </dgm:presLayoutVars>
      </dgm:prSet>
      <dgm:spPr/>
    </dgm:pt>
    <dgm:pt modelId="{777434AC-F1A3-4E5D-999B-7017059EF92F}" type="pres">
      <dgm:prSet presAssocID="{6CE6619C-15C9-42C6-84BE-91128F196D3C}" presName="FiveNodes_4" presStyleLbl="node1" presStyleIdx="3" presStyleCnt="5">
        <dgm:presLayoutVars>
          <dgm:bulletEnabled val="1"/>
        </dgm:presLayoutVars>
      </dgm:prSet>
      <dgm:spPr/>
    </dgm:pt>
    <dgm:pt modelId="{A1B2A782-913E-483E-A110-5CCB12999E99}" type="pres">
      <dgm:prSet presAssocID="{6CE6619C-15C9-42C6-84BE-91128F196D3C}" presName="FiveNodes_5" presStyleLbl="node1" presStyleIdx="4" presStyleCnt="5">
        <dgm:presLayoutVars>
          <dgm:bulletEnabled val="1"/>
        </dgm:presLayoutVars>
      </dgm:prSet>
      <dgm:spPr/>
    </dgm:pt>
    <dgm:pt modelId="{37FD9BA2-86FA-4DD9-B001-D839DBB66527}" type="pres">
      <dgm:prSet presAssocID="{6CE6619C-15C9-42C6-84BE-91128F196D3C}" presName="FiveConn_1-2" presStyleLbl="fgAccFollowNode1" presStyleIdx="0" presStyleCnt="4">
        <dgm:presLayoutVars>
          <dgm:bulletEnabled val="1"/>
        </dgm:presLayoutVars>
      </dgm:prSet>
      <dgm:spPr/>
    </dgm:pt>
    <dgm:pt modelId="{38412DD3-73A0-47AB-8FAB-5FD25714EE91}" type="pres">
      <dgm:prSet presAssocID="{6CE6619C-15C9-42C6-84BE-91128F196D3C}" presName="FiveConn_2-3" presStyleLbl="fgAccFollowNode1" presStyleIdx="1" presStyleCnt="4">
        <dgm:presLayoutVars>
          <dgm:bulletEnabled val="1"/>
        </dgm:presLayoutVars>
      </dgm:prSet>
      <dgm:spPr/>
    </dgm:pt>
    <dgm:pt modelId="{6FE22C2B-D14D-4BC9-8813-5B58FC9A049D}" type="pres">
      <dgm:prSet presAssocID="{6CE6619C-15C9-42C6-84BE-91128F196D3C}" presName="FiveConn_3-4" presStyleLbl="fgAccFollowNode1" presStyleIdx="2" presStyleCnt="4">
        <dgm:presLayoutVars>
          <dgm:bulletEnabled val="1"/>
        </dgm:presLayoutVars>
      </dgm:prSet>
      <dgm:spPr/>
    </dgm:pt>
    <dgm:pt modelId="{63B24CD8-134F-4D87-B755-F17AF739AF36}" type="pres">
      <dgm:prSet presAssocID="{6CE6619C-15C9-42C6-84BE-91128F196D3C}" presName="FiveConn_4-5" presStyleLbl="fgAccFollowNode1" presStyleIdx="3" presStyleCnt="4">
        <dgm:presLayoutVars>
          <dgm:bulletEnabled val="1"/>
        </dgm:presLayoutVars>
      </dgm:prSet>
      <dgm:spPr/>
    </dgm:pt>
    <dgm:pt modelId="{739C9F67-59CD-4854-AED1-BFCAA1558F90}" type="pres">
      <dgm:prSet presAssocID="{6CE6619C-15C9-42C6-84BE-91128F196D3C}" presName="FiveNodes_1_text" presStyleLbl="node1" presStyleIdx="4" presStyleCnt="5">
        <dgm:presLayoutVars>
          <dgm:bulletEnabled val="1"/>
        </dgm:presLayoutVars>
      </dgm:prSet>
      <dgm:spPr/>
    </dgm:pt>
    <dgm:pt modelId="{A971195E-97D4-44A8-B131-CD07045586A8}" type="pres">
      <dgm:prSet presAssocID="{6CE6619C-15C9-42C6-84BE-91128F196D3C}" presName="FiveNodes_2_text" presStyleLbl="node1" presStyleIdx="4" presStyleCnt="5">
        <dgm:presLayoutVars>
          <dgm:bulletEnabled val="1"/>
        </dgm:presLayoutVars>
      </dgm:prSet>
      <dgm:spPr/>
    </dgm:pt>
    <dgm:pt modelId="{64F7723F-0CD0-4AC3-AB0F-57B068C5A041}" type="pres">
      <dgm:prSet presAssocID="{6CE6619C-15C9-42C6-84BE-91128F196D3C}" presName="FiveNodes_3_text" presStyleLbl="node1" presStyleIdx="4" presStyleCnt="5">
        <dgm:presLayoutVars>
          <dgm:bulletEnabled val="1"/>
        </dgm:presLayoutVars>
      </dgm:prSet>
      <dgm:spPr/>
    </dgm:pt>
    <dgm:pt modelId="{F0EE4D65-45FF-406C-A09D-BB2718AE1C7A}" type="pres">
      <dgm:prSet presAssocID="{6CE6619C-15C9-42C6-84BE-91128F196D3C}" presName="FiveNodes_4_text" presStyleLbl="node1" presStyleIdx="4" presStyleCnt="5">
        <dgm:presLayoutVars>
          <dgm:bulletEnabled val="1"/>
        </dgm:presLayoutVars>
      </dgm:prSet>
      <dgm:spPr/>
    </dgm:pt>
    <dgm:pt modelId="{630AF8E2-0125-424E-8E71-DFC2F323C807}" type="pres">
      <dgm:prSet presAssocID="{6CE6619C-15C9-42C6-84BE-91128F196D3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ADA9900-15A1-48CD-9182-E5D4F86F4C56}" srcId="{6CE6619C-15C9-42C6-84BE-91128F196D3C}" destId="{53F9AF97-921A-494F-9341-ED7654FC3FEF}" srcOrd="0" destOrd="0" parTransId="{F81886E6-4FD1-4A53-8D06-2ED6854F0315}" sibTransId="{303604E3-96FA-4384-B81E-3B7FBFC87206}"/>
    <dgm:cxn modelId="{3482CB0F-6CDA-4DBB-B5BD-EAB0899AA42B}" srcId="{6CE6619C-15C9-42C6-84BE-91128F196D3C}" destId="{F97F00E6-59FF-45AB-93B4-F301B997FB5E}" srcOrd="3" destOrd="0" parTransId="{54EB0D8B-7611-47E2-8C18-F3F68A31DE01}" sibTransId="{6968D14D-54E1-46F0-9B65-50611FB79D34}"/>
    <dgm:cxn modelId="{C514D142-E072-4AFF-9275-77238CE1268C}" type="presOf" srcId="{53F9AF97-921A-494F-9341-ED7654FC3FEF}" destId="{15CC94BA-174B-46CB-9EDB-A5F362DFB4A9}" srcOrd="0" destOrd="0" presId="urn:microsoft.com/office/officeart/2005/8/layout/vProcess5"/>
    <dgm:cxn modelId="{B3B33847-42FC-4CD5-9137-883CD7D22BA2}" type="presOf" srcId="{303604E3-96FA-4384-B81E-3B7FBFC87206}" destId="{37FD9BA2-86FA-4DD9-B001-D839DBB66527}" srcOrd="0" destOrd="0" presId="urn:microsoft.com/office/officeart/2005/8/layout/vProcess5"/>
    <dgm:cxn modelId="{4B1EBD6C-DC82-47AB-8868-DF6C26744E4E}" type="presOf" srcId="{C4A35F82-2E5F-47CA-BDED-BF11C9DE5B92}" destId="{630AF8E2-0125-424E-8E71-DFC2F323C807}" srcOrd="1" destOrd="0" presId="urn:microsoft.com/office/officeart/2005/8/layout/vProcess5"/>
    <dgm:cxn modelId="{ECE65856-5C0D-4952-8820-274C02EA6AE6}" type="presOf" srcId="{F97F00E6-59FF-45AB-93B4-F301B997FB5E}" destId="{F0EE4D65-45FF-406C-A09D-BB2718AE1C7A}" srcOrd="1" destOrd="0" presId="urn:microsoft.com/office/officeart/2005/8/layout/vProcess5"/>
    <dgm:cxn modelId="{91D2EF80-6966-4906-8A23-009864F0F70D}" type="presOf" srcId="{B3571711-FF84-4656-B185-0B900F8C6CEB}" destId="{3ACC6086-A448-4AFE-910C-981DBB1A107C}" srcOrd="0" destOrd="0" presId="urn:microsoft.com/office/officeart/2005/8/layout/vProcess5"/>
    <dgm:cxn modelId="{A2E33286-0C22-494D-83A4-99F2F53EACCA}" type="presOf" srcId="{0BAD6929-7D63-42CD-8108-E0CEC4AC359F}" destId="{38412DD3-73A0-47AB-8FAB-5FD25714EE91}" srcOrd="0" destOrd="0" presId="urn:microsoft.com/office/officeart/2005/8/layout/vProcess5"/>
    <dgm:cxn modelId="{746ABDA3-275A-46BC-B1AC-FCBB068B4DA6}" type="presOf" srcId="{C4A35F82-2E5F-47CA-BDED-BF11C9DE5B92}" destId="{A1B2A782-913E-483E-A110-5CCB12999E99}" srcOrd="0" destOrd="0" presId="urn:microsoft.com/office/officeart/2005/8/layout/vProcess5"/>
    <dgm:cxn modelId="{12B624AE-5527-48A6-948F-195D66923468}" srcId="{6CE6619C-15C9-42C6-84BE-91128F196D3C}" destId="{B3571711-FF84-4656-B185-0B900F8C6CEB}" srcOrd="1" destOrd="0" parTransId="{A66F1F09-7FE1-42FC-B24F-EE11818B4FD8}" sibTransId="{0BAD6929-7D63-42CD-8108-E0CEC4AC359F}"/>
    <dgm:cxn modelId="{81A32AB9-F504-42EC-A25A-F5319C676F47}" type="presOf" srcId="{AC3524C7-E934-4498-AC40-6BAE9E666C6F}" destId="{6FE22C2B-D14D-4BC9-8813-5B58FC9A049D}" srcOrd="0" destOrd="0" presId="urn:microsoft.com/office/officeart/2005/8/layout/vProcess5"/>
    <dgm:cxn modelId="{6B65D9BF-5970-4F33-9C83-A513941FC275}" srcId="{6CE6619C-15C9-42C6-84BE-91128F196D3C}" destId="{9572BE2B-1D92-442C-939B-E4E5066C5001}" srcOrd="2" destOrd="0" parTransId="{CD9F2A93-B277-4FE9-8F21-ACF659E82FF3}" sibTransId="{AC3524C7-E934-4498-AC40-6BAE9E666C6F}"/>
    <dgm:cxn modelId="{7E2845C5-6C35-4DA2-8D97-F5D5B3E3E17B}" type="presOf" srcId="{B3571711-FF84-4656-B185-0B900F8C6CEB}" destId="{A971195E-97D4-44A8-B131-CD07045586A8}" srcOrd="1" destOrd="0" presId="urn:microsoft.com/office/officeart/2005/8/layout/vProcess5"/>
    <dgm:cxn modelId="{FA2D1ECF-D932-413F-92D4-002B0BF8AA46}" type="presOf" srcId="{53F9AF97-921A-494F-9341-ED7654FC3FEF}" destId="{739C9F67-59CD-4854-AED1-BFCAA1558F90}" srcOrd="1" destOrd="0" presId="urn:microsoft.com/office/officeart/2005/8/layout/vProcess5"/>
    <dgm:cxn modelId="{ED313ADB-73B8-4945-97A6-495AD08C0152}" srcId="{6CE6619C-15C9-42C6-84BE-91128F196D3C}" destId="{C4A35F82-2E5F-47CA-BDED-BF11C9DE5B92}" srcOrd="4" destOrd="0" parTransId="{0B0B0C25-64FE-47FC-808F-7DF15F5D8C5F}" sibTransId="{C256C59B-352F-4769-A207-E2FB6A4B2BF8}"/>
    <dgm:cxn modelId="{276F68F4-8212-4445-893F-477546B19166}" type="presOf" srcId="{9572BE2B-1D92-442C-939B-E4E5066C5001}" destId="{64F7723F-0CD0-4AC3-AB0F-57B068C5A041}" srcOrd="1" destOrd="0" presId="urn:microsoft.com/office/officeart/2005/8/layout/vProcess5"/>
    <dgm:cxn modelId="{D69E5BF6-B539-4A17-8AF7-E395346C78CD}" type="presOf" srcId="{6CE6619C-15C9-42C6-84BE-91128F196D3C}" destId="{F1BF07CF-F082-4BF5-9A8E-6910D91139E4}" srcOrd="0" destOrd="0" presId="urn:microsoft.com/office/officeart/2005/8/layout/vProcess5"/>
    <dgm:cxn modelId="{B55678FB-33B0-4CA8-A917-294E01507B8F}" type="presOf" srcId="{6968D14D-54E1-46F0-9B65-50611FB79D34}" destId="{63B24CD8-134F-4D87-B755-F17AF739AF36}" srcOrd="0" destOrd="0" presId="urn:microsoft.com/office/officeart/2005/8/layout/vProcess5"/>
    <dgm:cxn modelId="{A65255FD-B372-42B6-8EE3-2A4832DE03AD}" type="presOf" srcId="{F97F00E6-59FF-45AB-93B4-F301B997FB5E}" destId="{777434AC-F1A3-4E5D-999B-7017059EF92F}" srcOrd="0" destOrd="0" presId="urn:microsoft.com/office/officeart/2005/8/layout/vProcess5"/>
    <dgm:cxn modelId="{C23D3CFE-E3D1-4433-9620-BCA1ED1B6C7D}" type="presOf" srcId="{9572BE2B-1D92-442C-939B-E4E5066C5001}" destId="{6675EF30-7C8F-4C0A-A743-21537E63EF16}" srcOrd="0" destOrd="0" presId="urn:microsoft.com/office/officeart/2005/8/layout/vProcess5"/>
    <dgm:cxn modelId="{AFDF4E8F-C34E-4088-B136-2CC72407E25E}" type="presParOf" srcId="{F1BF07CF-F082-4BF5-9A8E-6910D91139E4}" destId="{B067B25D-F5D2-4C10-B6F3-DAA07AAAF2CC}" srcOrd="0" destOrd="0" presId="urn:microsoft.com/office/officeart/2005/8/layout/vProcess5"/>
    <dgm:cxn modelId="{72AFAE5E-832A-4587-9AC1-D91EBE534A23}" type="presParOf" srcId="{F1BF07CF-F082-4BF5-9A8E-6910D91139E4}" destId="{15CC94BA-174B-46CB-9EDB-A5F362DFB4A9}" srcOrd="1" destOrd="0" presId="urn:microsoft.com/office/officeart/2005/8/layout/vProcess5"/>
    <dgm:cxn modelId="{A77AE3C0-7F6F-499E-83BF-D981185ACFCD}" type="presParOf" srcId="{F1BF07CF-F082-4BF5-9A8E-6910D91139E4}" destId="{3ACC6086-A448-4AFE-910C-981DBB1A107C}" srcOrd="2" destOrd="0" presId="urn:microsoft.com/office/officeart/2005/8/layout/vProcess5"/>
    <dgm:cxn modelId="{947ACFB4-9477-40D3-BCF1-CA47E34B490D}" type="presParOf" srcId="{F1BF07CF-F082-4BF5-9A8E-6910D91139E4}" destId="{6675EF30-7C8F-4C0A-A743-21537E63EF16}" srcOrd="3" destOrd="0" presId="urn:microsoft.com/office/officeart/2005/8/layout/vProcess5"/>
    <dgm:cxn modelId="{ED7DEC05-CA0B-4C74-AE0A-63EC2754915F}" type="presParOf" srcId="{F1BF07CF-F082-4BF5-9A8E-6910D91139E4}" destId="{777434AC-F1A3-4E5D-999B-7017059EF92F}" srcOrd="4" destOrd="0" presId="urn:microsoft.com/office/officeart/2005/8/layout/vProcess5"/>
    <dgm:cxn modelId="{D82EF18E-9010-484D-866E-F816F681D2AE}" type="presParOf" srcId="{F1BF07CF-F082-4BF5-9A8E-6910D91139E4}" destId="{A1B2A782-913E-483E-A110-5CCB12999E99}" srcOrd="5" destOrd="0" presId="urn:microsoft.com/office/officeart/2005/8/layout/vProcess5"/>
    <dgm:cxn modelId="{D1280714-439C-44AB-A5E4-E0BFD64A3900}" type="presParOf" srcId="{F1BF07CF-F082-4BF5-9A8E-6910D91139E4}" destId="{37FD9BA2-86FA-4DD9-B001-D839DBB66527}" srcOrd="6" destOrd="0" presId="urn:microsoft.com/office/officeart/2005/8/layout/vProcess5"/>
    <dgm:cxn modelId="{754A1DBD-0729-42DB-A358-6FC1CF5CD510}" type="presParOf" srcId="{F1BF07CF-F082-4BF5-9A8E-6910D91139E4}" destId="{38412DD3-73A0-47AB-8FAB-5FD25714EE91}" srcOrd="7" destOrd="0" presId="urn:microsoft.com/office/officeart/2005/8/layout/vProcess5"/>
    <dgm:cxn modelId="{3366F7EB-A838-4C8A-83F9-060CEDD9ADD5}" type="presParOf" srcId="{F1BF07CF-F082-4BF5-9A8E-6910D91139E4}" destId="{6FE22C2B-D14D-4BC9-8813-5B58FC9A049D}" srcOrd="8" destOrd="0" presId="urn:microsoft.com/office/officeart/2005/8/layout/vProcess5"/>
    <dgm:cxn modelId="{F4AC969E-08AC-4957-A93D-C79E3C0719FA}" type="presParOf" srcId="{F1BF07CF-F082-4BF5-9A8E-6910D91139E4}" destId="{63B24CD8-134F-4D87-B755-F17AF739AF36}" srcOrd="9" destOrd="0" presId="urn:microsoft.com/office/officeart/2005/8/layout/vProcess5"/>
    <dgm:cxn modelId="{1EA8D0E8-AA23-4673-8A8E-8651E3EDF7CB}" type="presParOf" srcId="{F1BF07CF-F082-4BF5-9A8E-6910D91139E4}" destId="{739C9F67-59CD-4854-AED1-BFCAA1558F90}" srcOrd="10" destOrd="0" presId="urn:microsoft.com/office/officeart/2005/8/layout/vProcess5"/>
    <dgm:cxn modelId="{40FEE255-4FE0-4DA9-AF7A-0C3F185B9EE8}" type="presParOf" srcId="{F1BF07CF-F082-4BF5-9A8E-6910D91139E4}" destId="{A971195E-97D4-44A8-B131-CD07045586A8}" srcOrd="11" destOrd="0" presId="urn:microsoft.com/office/officeart/2005/8/layout/vProcess5"/>
    <dgm:cxn modelId="{A002A67A-BA2F-4236-BCB5-C9F16E1DA2A7}" type="presParOf" srcId="{F1BF07CF-F082-4BF5-9A8E-6910D91139E4}" destId="{64F7723F-0CD0-4AC3-AB0F-57B068C5A041}" srcOrd="12" destOrd="0" presId="urn:microsoft.com/office/officeart/2005/8/layout/vProcess5"/>
    <dgm:cxn modelId="{8161C78E-DFC2-45BB-863B-64A928BD6028}" type="presParOf" srcId="{F1BF07CF-F082-4BF5-9A8E-6910D91139E4}" destId="{F0EE4D65-45FF-406C-A09D-BB2718AE1C7A}" srcOrd="13" destOrd="0" presId="urn:microsoft.com/office/officeart/2005/8/layout/vProcess5"/>
    <dgm:cxn modelId="{B27CF210-A608-42D3-9D76-96F2A1658B6E}" type="presParOf" srcId="{F1BF07CF-F082-4BF5-9A8E-6910D91139E4}" destId="{630AF8E2-0125-424E-8E71-DFC2F323C80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72EC3-F695-4224-9A6C-4BBA90F831CB}">
      <dsp:nvSpPr>
        <dsp:cNvPr id="0" name=""/>
        <dsp:cNvSpPr/>
      </dsp:nvSpPr>
      <dsp:spPr>
        <a:xfrm>
          <a:off x="8432" y="756818"/>
          <a:ext cx="5986971" cy="2394788"/>
        </a:xfrm>
        <a:prstGeom prst="homePlate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022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Por que mudamos</a:t>
          </a:r>
          <a:endParaRPr lang="en-US" sz="3300" kern="1200"/>
        </a:p>
      </dsp:txBody>
      <dsp:txXfrm>
        <a:off x="8432" y="756818"/>
        <a:ext cx="5388274" cy="2394788"/>
      </dsp:txXfrm>
    </dsp:sp>
    <dsp:sp modelId="{7FBB9041-58C1-4F42-9E83-D741868F6467}">
      <dsp:nvSpPr>
        <dsp:cNvPr id="0" name=""/>
        <dsp:cNvSpPr/>
      </dsp:nvSpPr>
      <dsp:spPr>
        <a:xfrm>
          <a:off x="4798009" y="756818"/>
          <a:ext cx="5986971" cy="2394788"/>
        </a:xfrm>
        <a:prstGeom prst="chevron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017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- Como o </a:t>
          </a:r>
          <a:r>
            <a:rPr lang="en-US" sz="3300" kern="1200" dirty="0" err="1"/>
            <a:t>modelo</a:t>
          </a:r>
          <a:r>
            <a:rPr lang="en-US" sz="3300" kern="1200" dirty="0"/>
            <a:t> </a:t>
          </a:r>
          <a:r>
            <a:rPr lang="en-US" sz="3300" kern="1200" dirty="0" err="1"/>
            <a:t>funciona</a:t>
          </a:r>
          <a:endParaRPr lang="en-US" sz="3300" kern="1200" dirty="0"/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- Quem </a:t>
          </a:r>
          <a:r>
            <a:rPr lang="en-US" sz="3300" kern="1200" dirty="0" err="1"/>
            <a:t>faz</a:t>
          </a:r>
          <a:r>
            <a:rPr lang="en-US" sz="3300" kern="1200" dirty="0"/>
            <a:t> o </a:t>
          </a:r>
          <a:r>
            <a:rPr lang="en-US" sz="3300" kern="1200" dirty="0" err="1"/>
            <a:t>quê</a:t>
          </a:r>
          <a:endParaRPr lang="en-US" sz="3300" kern="1200" dirty="0"/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- E </a:t>
          </a:r>
          <a:r>
            <a:rPr lang="en-US" sz="3300" kern="1200" dirty="0" err="1"/>
            <a:t>em</a:t>
          </a:r>
          <a:r>
            <a:rPr lang="en-US" sz="3300" kern="1200" dirty="0"/>
            <a:t> </a:t>
          </a:r>
          <a:r>
            <a:rPr lang="en-US" sz="3300" kern="1200" dirty="0" err="1"/>
            <a:t>que</a:t>
          </a:r>
          <a:r>
            <a:rPr lang="en-US" sz="3300" kern="1200" dirty="0"/>
            <a:t> </a:t>
          </a:r>
          <a:r>
            <a:rPr lang="en-US" sz="3300" kern="1200" dirty="0" err="1"/>
            <a:t>ordem</a:t>
          </a:r>
          <a:endParaRPr lang="en-US" sz="3300" kern="1200" dirty="0"/>
        </a:p>
      </dsp:txBody>
      <dsp:txXfrm>
        <a:off x="5995403" y="756818"/>
        <a:ext cx="3592183" cy="23947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7E4A1-3C36-489B-879F-364ADA2F02D0}">
      <dsp:nvSpPr>
        <dsp:cNvPr id="0" name=""/>
        <dsp:cNvSpPr/>
      </dsp:nvSpPr>
      <dsp:spPr>
        <a:xfrm>
          <a:off x="0" y="0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 Antes: </a:t>
          </a:r>
          <a:r>
            <a:rPr lang="en-US" sz="2200" kern="1200" dirty="0" err="1"/>
            <a:t>biblioteca</a:t>
          </a:r>
          <a:r>
            <a:rPr lang="en-US" sz="2200" kern="1200" dirty="0"/>
            <a:t> de links </a:t>
          </a:r>
          <a:r>
            <a:rPr lang="en-US" sz="2200" kern="1200" dirty="0" err="1"/>
            <a:t>que</a:t>
          </a:r>
          <a:r>
            <a:rPr lang="en-US" sz="2200" kern="1200" dirty="0"/>
            <a:t> </a:t>
          </a:r>
          <a:r>
            <a:rPr lang="en-US" sz="2200" kern="1200" dirty="0" err="1"/>
            <a:t>ninguém</a:t>
          </a:r>
          <a:r>
            <a:rPr lang="en-US" sz="2200" kern="1200" dirty="0"/>
            <a:t> termina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ou treinamento genérico, longe do projeto real</a:t>
          </a:r>
        </a:p>
      </dsp:txBody>
      <dsp:txXfrm>
        <a:off x="34342" y="34342"/>
        <a:ext cx="7909152" cy="1103843"/>
      </dsp:txXfrm>
    </dsp:sp>
    <dsp:sp modelId="{E5E52760-FF3F-4420-8ABC-965D12B17831}">
      <dsp:nvSpPr>
        <dsp:cNvPr id="0" name=""/>
        <dsp:cNvSpPr/>
      </dsp:nvSpPr>
      <dsp:spPr>
        <a:xfrm>
          <a:off x="809505" y="1367948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1799994"/>
                <a:satOff val="-925"/>
                <a:lumOff val="-2353"/>
                <a:alphaOff val="0"/>
                <a:shade val="88000"/>
                <a:lumMod val="88000"/>
              </a:schemeClr>
              <a:schemeClr val="accent2">
                <a:hueOff val="1799994"/>
                <a:satOff val="-925"/>
                <a:lumOff val="-2353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 </a:t>
          </a:r>
          <a:r>
            <a:rPr lang="en-US" sz="2200" kern="1200" dirty="0" err="1"/>
            <a:t>Depois</a:t>
          </a:r>
          <a:r>
            <a:rPr lang="en-US" sz="2200" kern="1200" dirty="0"/>
            <a:t>: jornada </a:t>
          </a:r>
          <a:r>
            <a:rPr lang="en-US" sz="2200" kern="1200" dirty="0" err="1"/>
            <a:t>guiada</a:t>
          </a:r>
          <a:r>
            <a:rPr lang="en-US" sz="2200" kern="1200" dirty="0"/>
            <a:t> com </a:t>
          </a:r>
          <a:r>
            <a:rPr lang="en-US" sz="2200" kern="1200" dirty="0" err="1"/>
            <a:t>evidência</a:t>
          </a:r>
          <a:r>
            <a:rPr lang="en-US" sz="2200" kern="1200" dirty="0"/>
            <a:t> </a:t>
          </a:r>
          <a:r>
            <a:rPr lang="en-US" sz="2200" kern="1200" dirty="0" err="1"/>
            <a:t>em</a:t>
          </a:r>
          <a:r>
            <a:rPr lang="en-US" sz="2200" kern="1200" dirty="0"/>
            <a:t> </a:t>
          </a:r>
          <a:r>
            <a:rPr lang="en-US" sz="2200" kern="1200" dirty="0" err="1"/>
            <a:t>cada</a:t>
          </a:r>
          <a:r>
            <a:rPr lang="en-US" sz="2200" kern="1200" dirty="0"/>
            <a:t> </a:t>
          </a:r>
          <a:r>
            <a:rPr lang="en-US" sz="2200" kern="1200" dirty="0" err="1"/>
            <a:t>etapa</a:t>
          </a:r>
          <a:endParaRPr lang="en-US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 </a:t>
          </a:r>
          <a:r>
            <a:rPr lang="en-US" sz="1700" kern="1200" dirty="0" err="1"/>
            <a:t>pessoa</a:t>
          </a:r>
          <a:r>
            <a:rPr lang="en-US" sz="1700" kern="1200" dirty="0"/>
            <a:t> </a:t>
          </a:r>
          <a:r>
            <a:rPr lang="en-US" sz="1700" kern="1200" dirty="0" err="1"/>
            <a:t>aprende</a:t>
          </a:r>
          <a:r>
            <a:rPr lang="en-US" sz="1700" kern="1200" dirty="0"/>
            <a:t> CDF, </a:t>
          </a:r>
          <a:r>
            <a:rPr lang="en-US" sz="1700" kern="1200" dirty="0" err="1"/>
            <a:t>entende</a:t>
          </a:r>
          <a:r>
            <a:rPr lang="en-US" sz="1700" kern="1200" dirty="0"/>
            <a:t> o </a:t>
          </a:r>
          <a:r>
            <a:rPr lang="en-US" sz="1700" kern="1200" dirty="0" err="1"/>
            <a:t>projeto</a:t>
          </a:r>
          <a:r>
            <a:rPr lang="en-US" sz="1700" kern="1200" dirty="0"/>
            <a:t> e </a:t>
          </a:r>
          <a:r>
            <a:rPr lang="en-US" sz="1700" kern="1200" dirty="0" err="1"/>
            <a:t>entrega</a:t>
          </a:r>
          <a:r>
            <a:rPr lang="en-US" sz="1700" kern="1200" dirty="0"/>
            <a:t> antes da </a:t>
          </a:r>
          <a:r>
            <a:rPr lang="en-US" sz="1700" kern="1200" dirty="0" err="1"/>
            <a:t>demanda</a:t>
          </a:r>
          <a:r>
            <a:rPr lang="en-US" sz="1700" kern="1200" dirty="0"/>
            <a:t> </a:t>
          </a:r>
          <a:r>
            <a:rPr lang="en-US" sz="1700" kern="1200" dirty="0" err="1"/>
            <a:t>produtiva</a:t>
          </a:r>
          <a:endParaRPr lang="en-US" sz="1700" kern="1200" dirty="0"/>
        </a:p>
      </dsp:txBody>
      <dsp:txXfrm>
        <a:off x="843847" y="1402290"/>
        <a:ext cx="7534068" cy="1103843"/>
      </dsp:txXfrm>
    </dsp:sp>
    <dsp:sp modelId="{4DB50A3B-DEF4-4373-87E9-EFC7AE6F75BC}">
      <dsp:nvSpPr>
        <dsp:cNvPr id="0" name=""/>
        <dsp:cNvSpPr/>
      </dsp:nvSpPr>
      <dsp:spPr>
        <a:xfrm>
          <a:off x="1619011" y="2735897"/>
          <a:ext cx="9174401" cy="117252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3599988"/>
                <a:satOff val="-1850"/>
                <a:lumOff val="-4706"/>
                <a:alphaOff val="0"/>
                <a:shade val="88000"/>
                <a:lumMod val="88000"/>
              </a:schemeClr>
              <a:schemeClr val="accent2">
                <a:hueOff val="3599988"/>
                <a:satOff val="-1850"/>
                <a:lumOff val="-4706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•  </a:t>
          </a:r>
          <a:r>
            <a:rPr lang="en-US" sz="2200" kern="1200" dirty="0" err="1"/>
            <a:t>Métrica</a:t>
          </a:r>
          <a:r>
            <a:rPr lang="en-US" sz="2200" kern="1200" dirty="0"/>
            <a:t> </a:t>
          </a:r>
          <a:r>
            <a:rPr lang="en-US" sz="2200" kern="1200" dirty="0" err="1"/>
            <a:t>norte</a:t>
          </a:r>
          <a:r>
            <a:rPr lang="en-US" sz="2200" kern="1200" dirty="0"/>
            <a:t>: tempo </a:t>
          </a:r>
          <a:r>
            <a:rPr lang="en-US" sz="2200" kern="1200" dirty="0" err="1"/>
            <a:t>até</a:t>
          </a:r>
          <a:r>
            <a:rPr lang="en-US" sz="2200" kern="1200" dirty="0"/>
            <a:t> a </a:t>
          </a:r>
          <a:r>
            <a:rPr lang="en-US" sz="2200" kern="1200" dirty="0" err="1"/>
            <a:t>primeira</a:t>
          </a:r>
          <a:r>
            <a:rPr lang="en-US" sz="2200" kern="1200" dirty="0"/>
            <a:t> </a:t>
          </a:r>
          <a:r>
            <a:rPr lang="en-US" sz="2200" kern="1200" dirty="0" err="1"/>
            <a:t>entrega</a:t>
          </a:r>
          <a:r>
            <a:rPr lang="en-US" sz="2200" kern="1200" dirty="0"/>
            <a:t> </a:t>
          </a:r>
          <a:r>
            <a:rPr lang="en-US" sz="2200" kern="1200" dirty="0" err="1"/>
            <a:t>segura</a:t>
          </a:r>
          <a:endParaRPr lang="en-US" sz="2200" kern="1200" dirty="0"/>
        </a:p>
      </dsp:txBody>
      <dsp:txXfrm>
        <a:off x="1653353" y="2770239"/>
        <a:ext cx="7534068" cy="1103843"/>
      </dsp:txXfrm>
    </dsp:sp>
    <dsp:sp modelId="{C93BF1AA-154C-40AF-A0AE-98AEE47FCFB0}">
      <dsp:nvSpPr>
        <dsp:cNvPr id="0" name=""/>
        <dsp:cNvSpPr/>
      </dsp:nvSpPr>
      <dsp:spPr>
        <a:xfrm>
          <a:off x="8412258" y="889166"/>
          <a:ext cx="762142" cy="7621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583740" y="889166"/>
        <a:ext cx="419178" cy="573512"/>
      </dsp:txXfrm>
    </dsp:sp>
    <dsp:sp modelId="{3E2D7284-DCDC-4329-B2C8-9401A22764C3}">
      <dsp:nvSpPr>
        <dsp:cNvPr id="0" name=""/>
        <dsp:cNvSpPr/>
      </dsp:nvSpPr>
      <dsp:spPr>
        <a:xfrm>
          <a:off x="9221764" y="2249298"/>
          <a:ext cx="762142" cy="7621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857825"/>
            <a:satOff val="-2119"/>
            <a:lumOff val="-105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857825"/>
              <a:satOff val="-2119"/>
              <a:lumOff val="-10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393246" y="2249298"/>
        <a:ext cx="419178" cy="5735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192AB-BD18-43FF-A3A3-27A950C331AF}">
      <dsp:nvSpPr>
        <dsp:cNvPr id="0" name=""/>
        <dsp:cNvSpPr/>
      </dsp:nvSpPr>
      <dsp:spPr>
        <a:xfrm>
          <a:off x="259433" y="261772"/>
          <a:ext cx="1360223" cy="13602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32FE64-35E8-4A37-A80D-9021B0FC83AE}">
      <dsp:nvSpPr>
        <dsp:cNvPr id="0" name=""/>
        <dsp:cNvSpPr/>
      </dsp:nvSpPr>
      <dsp:spPr>
        <a:xfrm>
          <a:off x="545080" y="547419"/>
          <a:ext cx="788929" cy="788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6166A-B237-4608-85E9-8E2D45B0BF36}">
      <dsp:nvSpPr>
        <dsp:cNvPr id="0" name=""/>
        <dsp:cNvSpPr/>
      </dsp:nvSpPr>
      <dsp:spPr>
        <a:xfrm>
          <a:off x="1911133" y="261772"/>
          <a:ext cx="3206241" cy="1360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 Pitch — </a:t>
          </a:r>
          <a:r>
            <a:rPr lang="en-US" sz="2400" kern="1200" dirty="0" err="1"/>
            <a:t>explicar</a:t>
          </a:r>
          <a:r>
            <a:rPr lang="en-US" sz="2400" kern="1200" dirty="0"/>
            <a:t> a </a:t>
          </a:r>
          <a:r>
            <a:rPr lang="en-US" sz="2400" kern="1200" dirty="0" err="1"/>
            <a:t>trilha</a:t>
          </a:r>
          <a:r>
            <a:rPr lang="en-US" sz="2400" kern="1200" dirty="0"/>
            <a:t> e o </a:t>
          </a:r>
          <a:r>
            <a:rPr lang="en-US" sz="2400" kern="1200" dirty="0" err="1"/>
            <a:t>projeto</a:t>
          </a:r>
          <a:r>
            <a:rPr lang="en-US" sz="2400" kern="1200" dirty="0"/>
            <a:t> </a:t>
          </a:r>
          <a:r>
            <a:rPr lang="en-US" sz="2400" kern="1200" dirty="0" err="1"/>
            <a:t>em</a:t>
          </a:r>
          <a:r>
            <a:rPr lang="en-US" sz="2400" kern="1200" dirty="0"/>
            <a:t> </a:t>
          </a:r>
          <a:r>
            <a:rPr lang="en-US" sz="2400" kern="1200" dirty="0" err="1"/>
            <a:t>minutos</a:t>
          </a:r>
          <a:endParaRPr lang="en-US" sz="2400" kern="1200" dirty="0"/>
        </a:p>
      </dsp:txBody>
      <dsp:txXfrm>
        <a:off x="1911133" y="261772"/>
        <a:ext cx="3206241" cy="1360223"/>
      </dsp:txXfrm>
    </dsp:sp>
    <dsp:sp modelId="{8F10DE65-E53C-444E-B4D4-83AA089F904B}">
      <dsp:nvSpPr>
        <dsp:cNvPr id="0" name=""/>
        <dsp:cNvSpPr/>
      </dsp:nvSpPr>
      <dsp:spPr>
        <a:xfrm>
          <a:off x="5676038" y="261772"/>
          <a:ext cx="1360223" cy="136022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55AE22-561F-4D68-9B54-715EA9B41F93}">
      <dsp:nvSpPr>
        <dsp:cNvPr id="0" name=""/>
        <dsp:cNvSpPr/>
      </dsp:nvSpPr>
      <dsp:spPr>
        <a:xfrm>
          <a:off x="5961685" y="547419"/>
          <a:ext cx="788929" cy="788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3ADB4-3622-46D0-8E66-7EA9BA93DE29}">
      <dsp:nvSpPr>
        <dsp:cNvPr id="0" name=""/>
        <dsp:cNvSpPr/>
      </dsp:nvSpPr>
      <dsp:spPr>
        <a:xfrm>
          <a:off x="7327738" y="261772"/>
          <a:ext cx="3206241" cy="1360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 Checklist — o </a:t>
          </a:r>
          <a:r>
            <a:rPr lang="en-US" sz="2400" kern="1200" dirty="0" err="1"/>
            <a:t>que</a:t>
          </a:r>
          <a:r>
            <a:rPr lang="en-US" sz="2400" kern="1200" dirty="0"/>
            <a:t> </a:t>
          </a:r>
          <a:r>
            <a:rPr lang="en-US" sz="2400" kern="1200" dirty="0" err="1"/>
            <a:t>fazer</a:t>
          </a:r>
          <a:r>
            <a:rPr lang="en-US" sz="2400" kern="1200" dirty="0"/>
            <a:t>, com </a:t>
          </a:r>
          <a:r>
            <a:rPr lang="en-US" sz="2400" kern="1200" dirty="0" err="1"/>
            <a:t>evidência</a:t>
          </a:r>
          <a:r>
            <a:rPr lang="en-US" sz="2400" kern="1200" dirty="0"/>
            <a:t> </a:t>
          </a:r>
          <a:r>
            <a:rPr lang="en-US" sz="2400" kern="1200" dirty="0" err="1"/>
            <a:t>mestre</a:t>
          </a:r>
          <a:r>
            <a:rPr lang="en-US" sz="2400" kern="1200" dirty="0"/>
            <a:t> </a:t>
          </a:r>
          <a:r>
            <a:rPr lang="en-US" sz="2400" kern="1200" dirty="0" err="1"/>
            <a:t>por</a:t>
          </a:r>
          <a:r>
            <a:rPr lang="en-US" sz="2400" kern="1200" dirty="0"/>
            <a:t> </a:t>
          </a:r>
          <a:r>
            <a:rPr lang="en-US" sz="2400" kern="1200" dirty="0" err="1"/>
            <a:t>vídeo</a:t>
          </a:r>
          <a:endParaRPr lang="en-US" sz="2400" kern="1200" dirty="0"/>
        </a:p>
      </dsp:txBody>
      <dsp:txXfrm>
        <a:off x="7327738" y="261772"/>
        <a:ext cx="3206241" cy="1360223"/>
      </dsp:txXfrm>
    </dsp:sp>
    <dsp:sp modelId="{D576B99C-4140-4970-8442-3828C8910668}">
      <dsp:nvSpPr>
        <dsp:cNvPr id="0" name=""/>
        <dsp:cNvSpPr/>
      </dsp:nvSpPr>
      <dsp:spPr>
        <a:xfrm>
          <a:off x="259433" y="2286428"/>
          <a:ext cx="1360223" cy="136022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BC727-D0C0-481F-BC9A-DD0C494F0838}">
      <dsp:nvSpPr>
        <dsp:cNvPr id="0" name=""/>
        <dsp:cNvSpPr/>
      </dsp:nvSpPr>
      <dsp:spPr>
        <a:xfrm>
          <a:off x="545080" y="2572075"/>
          <a:ext cx="788929" cy="788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19027-4956-4287-95DE-124243B43DC1}">
      <dsp:nvSpPr>
        <dsp:cNvPr id="0" name=""/>
        <dsp:cNvSpPr/>
      </dsp:nvSpPr>
      <dsp:spPr>
        <a:xfrm>
          <a:off x="1911133" y="2286428"/>
          <a:ext cx="3206241" cy="1360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 Documentação — aprofundar (governança, guias, notebooks)</a:t>
          </a:r>
        </a:p>
      </dsp:txBody>
      <dsp:txXfrm>
        <a:off x="1911133" y="2286428"/>
        <a:ext cx="3206241" cy="1360223"/>
      </dsp:txXfrm>
    </dsp:sp>
    <dsp:sp modelId="{C956B690-8407-4DEB-8559-FC696C8F9B69}">
      <dsp:nvSpPr>
        <dsp:cNvPr id="0" name=""/>
        <dsp:cNvSpPr/>
      </dsp:nvSpPr>
      <dsp:spPr>
        <a:xfrm>
          <a:off x="5676038" y="2286428"/>
          <a:ext cx="1360223" cy="136022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4BC25-A58E-4792-8192-DCAD364B3812}">
      <dsp:nvSpPr>
        <dsp:cNvPr id="0" name=""/>
        <dsp:cNvSpPr/>
      </dsp:nvSpPr>
      <dsp:spPr>
        <a:xfrm>
          <a:off x="5961685" y="2572075"/>
          <a:ext cx="788929" cy="788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32C09-D563-4006-B661-C294F6E779B9}">
      <dsp:nvSpPr>
        <dsp:cNvPr id="0" name=""/>
        <dsp:cNvSpPr/>
      </dsp:nvSpPr>
      <dsp:spPr>
        <a:xfrm>
          <a:off x="7327738" y="2286428"/>
          <a:ext cx="3206241" cy="1360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Regra de ouro: assistir não conta; só termina com evidência no backlog</a:t>
          </a:r>
        </a:p>
      </dsp:txBody>
      <dsp:txXfrm>
        <a:off x="7327738" y="2286428"/>
        <a:ext cx="3206241" cy="1360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02C96-5FAB-4101-BFD6-334C3864576B}">
      <dsp:nvSpPr>
        <dsp:cNvPr id="0" name=""/>
        <dsp:cNvSpPr/>
      </dsp:nvSpPr>
      <dsp:spPr>
        <a:xfrm>
          <a:off x="0" y="378087"/>
          <a:ext cx="10793412" cy="71954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Circuito do CONTEÚDO (fábrica da trilha)</a:t>
          </a:r>
          <a:endParaRPr lang="en-US" sz="3000" kern="1200"/>
        </a:p>
      </dsp:txBody>
      <dsp:txXfrm>
        <a:off x="35125" y="413212"/>
        <a:ext cx="10723162" cy="649299"/>
      </dsp:txXfrm>
    </dsp:sp>
    <dsp:sp modelId="{1F2FA361-445D-4264-A6CC-1FF2F8B849D3}">
      <dsp:nvSpPr>
        <dsp:cNvPr id="0" name=""/>
        <dsp:cNvSpPr/>
      </dsp:nvSpPr>
      <dsp:spPr>
        <a:xfrm>
          <a:off x="0" y="1097637"/>
          <a:ext cx="10793412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9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Planejar → Delegar → Produzir → Revisar → Publicar</a:t>
          </a:r>
        </a:p>
      </dsp:txBody>
      <dsp:txXfrm>
        <a:off x="0" y="1097637"/>
        <a:ext cx="10793412" cy="496800"/>
      </dsp:txXfrm>
    </dsp:sp>
    <dsp:sp modelId="{9FD1328D-E139-4409-A300-1C9102C0B811}">
      <dsp:nvSpPr>
        <dsp:cNvPr id="0" name=""/>
        <dsp:cNvSpPr/>
      </dsp:nvSpPr>
      <dsp:spPr>
        <a:xfrm>
          <a:off x="0" y="1594437"/>
          <a:ext cx="10793412" cy="71954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1799994"/>
                <a:satOff val="-925"/>
                <a:lumOff val="-2353"/>
                <a:alphaOff val="0"/>
                <a:shade val="88000"/>
                <a:lumMod val="88000"/>
              </a:schemeClr>
              <a:schemeClr val="accent2">
                <a:hueOff val="1799994"/>
                <a:satOff val="-925"/>
                <a:lumOff val="-2353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Circuito da PESSOA (jornada de onboarding)</a:t>
          </a:r>
          <a:endParaRPr lang="en-US" sz="3000" kern="1200"/>
        </a:p>
      </dsp:txBody>
      <dsp:txXfrm>
        <a:off x="35125" y="1629562"/>
        <a:ext cx="10723162" cy="649299"/>
      </dsp:txXfrm>
    </dsp:sp>
    <dsp:sp modelId="{1E6540AE-5179-4A0E-8524-55363BB764B6}">
      <dsp:nvSpPr>
        <dsp:cNvPr id="0" name=""/>
        <dsp:cNvSpPr/>
      </dsp:nvSpPr>
      <dsp:spPr>
        <a:xfrm>
          <a:off x="0" y="2313987"/>
          <a:ext cx="10793412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9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Acessos → Base CDF → Imersão no projeto → Prática → EVAL-01</a:t>
          </a:r>
        </a:p>
      </dsp:txBody>
      <dsp:txXfrm>
        <a:off x="0" y="2313987"/>
        <a:ext cx="10793412" cy="496800"/>
      </dsp:txXfrm>
    </dsp:sp>
    <dsp:sp modelId="{437A9B67-DAC4-404D-B727-860CA8A11646}">
      <dsp:nvSpPr>
        <dsp:cNvPr id="0" name=""/>
        <dsp:cNvSpPr/>
      </dsp:nvSpPr>
      <dsp:spPr>
        <a:xfrm>
          <a:off x="0" y="3188875"/>
          <a:ext cx="10793412" cy="71954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3599988"/>
                <a:satOff val="-1850"/>
                <a:lumOff val="-4706"/>
                <a:alphaOff val="0"/>
                <a:shade val="88000"/>
                <a:lumMod val="88000"/>
              </a:schemeClr>
              <a:schemeClr val="accent2">
                <a:hueOff val="3599988"/>
                <a:satOff val="-1850"/>
                <a:lumOff val="-4706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 </a:t>
          </a:r>
          <a:r>
            <a:rPr lang="en-US" sz="3000" kern="1200" dirty="0" err="1"/>
            <a:t>Publicar</a:t>
          </a:r>
          <a:r>
            <a:rPr lang="en-US" sz="3000" kern="1200" dirty="0"/>
            <a:t> </a:t>
          </a:r>
          <a:r>
            <a:rPr lang="en-US" sz="3000" kern="1200" dirty="0" err="1"/>
            <a:t>sem</a:t>
          </a:r>
          <a:r>
            <a:rPr lang="en-US" sz="3000" kern="1200" dirty="0"/>
            <a:t> </a:t>
          </a:r>
          <a:r>
            <a:rPr lang="en-US" sz="3000" kern="1200" dirty="0" err="1"/>
            <a:t>revisão</a:t>
          </a:r>
          <a:r>
            <a:rPr lang="en-US" sz="3000" kern="1200" dirty="0"/>
            <a:t> </a:t>
          </a:r>
          <a:r>
            <a:rPr lang="en-US" sz="3000" kern="1200" dirty="0" err="1"/>
            <a:t>ou</a:t>
          </a:r>
          <a:r>
            <a:rPr lang="en-US" sz="3000" kern="1200" dirty="0"/>
            <a:t> </a:t>
          </a:r>
          <a:r>
            <a:rPr lang="en-US" sz="3000" kern="1200" dirty="0" err="1"/>
            <a:t>liberar</a:t>
          </a:r>
          <a:r>
            <a:rPr lang="en-US" sz="3000" kern="1200" dirty="0"/>
            <a:t> </a:t>
          </a:r>
          <a:r>
            <a:rPr lang="en-US" sz="3000" kern="1200" dirty="0" err="1"/>
            <a:t>sem</a:t>
          </a:r>
          <a:r>
            <a:rPr lang="en-US" sz="3000" kern="1200" dirty="0"/>
            <a:t> </a:t>
          </a:r>
          <a:r>
            <a:rPr lang="en-US" sz="3000" kern="1200" dirty="0" err="1"/>
            <a:t>evidência</a:t>
          </a:r>
          <a:r>
            <a:rPr lang="en-US" sz="3000" kern="1200" dirty="0"/>
            <a:t> </a:t>
          </a:r>
          <a:r>
            <a:rPr lang="en-US" sz="3000" kern="1200" dirty="0" err="1"/>
            <a:t>quebra</a:t>
          </a:r>
          <a:r>
            <a:rPr lang="en-US" sz="3000" kern="1200" dirty="0"/>
            <a:t> o </a:t>
          </a:r>
          <a:r>
            <a:rPr lang="en-US" sz="3000" kern="1200" dirty="0" err="1"/>
            <a:t>modelo</a:t>
          </a:r>
          <a:endParaRPr lang="en-US" sz="3000" kern="1200" dirty="0"/>
        </a:p>
      </dsp:txBody>
      <dsp:txXfrm>
        <a:off x="35125" y="3224000"/>
        <a:ext cx="10723162" cy="649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B19E4E-EB7D-4EFA-A6EE-ED54630600C8}">
      <dsp:nvSpPr>
        <dsp:cNvPr id="0" name=""/>
        <dsp:cNvSpPr/>
      </dsp:nvSpPr>
      <dsp:spPr>
        <a:xfrm>
          <a:off x="755486" y="14"/>
          <a:ext cx="2442747" cy="146564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Pré-onboarding — </a:t>
          </a:r>
          <a:r>
            <a:rPr lang="en-US" sz="2200" kern="1200" dirty="0" err="1"/>
            <a:t>acessos</a:t>
          </a:r>
          <a:r>
            <a:rPr lang="en-US" sz="2200" kern="1200" dirty="0"/>
            <a:t> e ferramentas</a:t>
          </a:r>
        </a:p>
      </dsp:txBody>
      <dsp:txXfrm>
        <a:off x="798413" y="42941"/>
        <a:ext cx="2356893" cy="1379794"/>
      </dsp:txXfrm>
    </dsp:sp>
    <dsp:sp modelId="{3525B404-7EA6-4D65-98CD-BBFA5FCF72F8}">
      <dsp:nvSpPr>
        <dsp:cNvPr id="0" name=""/>
        <dsp:cNvSpPr/>
      </dsp:nvSpPr>
      <dsp:spPr>
        <a:xfrm>
          <a:off x="3413195" y="429938"/>
          <a:ext cx="517862" cy="605801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413195" y="551098"/>
        <a:ext cx="362503" cy="363481"/>
      </dsp:txXfrm>
    </dsp:sp>
    <dsp:sp modelId="{48960756-61CC-41A0-A454-D5E9D5D902D7}">
      <dsp:nvSpPr>
        <dsp:cNvPr id="0" name=""/>
        <dsp:cNvSpPr/>
      </dsp:nvSpPr>
      <dsp:spPr>
        <a:xfrm>
          <a:off x="4175332" y="14"/>
          <a:ext cx="2442747" cy="146564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Onboarding </a:t>
          </a:r>
          <a:r>
            <a:rPr lang="en-US" sz="2200" kern="1200" dirty="0" err="1"/>
            <a:t>geral</a:t>
          </a:r>
          <a:r>
            <a:rPr lang="en-US" sz="2200" kern="1200" dirty="0"/>
            <a:t> — </a:t>
          </a:r>
          <a:r>
            <a:rPr lang="en-US" sz="2200" kern="1200" dirty="0" err="1"/>
            <a:t>empresa</a:t>
          </a:r>
          <a:r>
            <a:rPr lang="en-US" sz="2200" kern="1200" dirty="0"/>
            <a:t> e </a:t>
          </a:r>
          <a:r>
            <a:rPr lang="en-US" sz="2200" kern="1200" dirty="0" err="1"/>
            <a:t>cliente</a:t>
          </a:r>
          <a:endParaRPr lang="en-US" sz="2200" kern="1200" dirty="0"/>
        </a:p>
      </dsp:txBody>
      <dsp:txXfrm>
        <a:off x="4218259" y="42941"/>
        <a:ext cx="2356893" cy="1379794"/>
      </dsp:txXfrm>
    </dsp:sp>
    <dsp:sp modelId="{6F25EEA2-8E13-491A-91A7-FD6F704535C3}">
      <dsp:nvSpPr>
        <dsp:cNvPr id="0" name=""/>
        <dsp:cNvSpPr/>
      </dsp:nvSpPr>
      <dsp:spPr>
        <a:xfrm>
          <a:off x="6833042" y="429938"/>
          <a:ext cx="517862" cy="605801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833042" y="551098"/>
        <a:ext cx="362503" cy="363481"/>
      </dsp:txXfrm>
    </dsp:sp>
    <dsp:sp modelId="{7515C996-FB59-4184-8519-03BA4695643E}">
      <dsp:nvSpPr>
        <dsp:cNvPr id="0" name=""/>
        <dsp:cNvSpPr/>
      </dsp:nvSpPr>
      <dsp:spPr>
        <a:xfrm>
          <a:off x="7595179" y="14"/>
          <a:ext cx="2442747" cy="146564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Base </a:t>
          </a:r>
          <a:r>
            <a:rPr lang="en-US" sz="2200" kern="1200" dirty="0" err="1"/>
            <a:t>técnica</a:t>
          </a:r>
          <a:r>
            <a:rPr lang="en-US" sz="2200" kern="1200" dirty="0"/>
            <a:t> CDF — </a:t>
          </a:r>
          <a:r>
            <a:rPr lang="en-US" sz="2200" kern="1200" dirty="0" err="1"/>
            <a:t>vídeos</a:t>
          </a:r>
          <a:r>
            <a:rPr lang="en-US" sz="2200" kern="1200" dirty="0"/>
            <a:t> V00–V12 + notebooks</a:t>
          </a:r>
        </a:p>
      </dsp:txBody>
      <dsp:txXfrm>
        <a:off x="7638106" y="42941"/>
        <a:ext cx="2356893" cy="1379794"/>
      </dsp:txXfrm>
    </dsp:sp>
    <dsp:sp modelId="{A7D632E0-34F3-420D-A5E1-5A2776941599}">
      <dsp:nvSpPr>
        <dsp:cNvPr id="0" name=""/>
        <dsp:cNvSpPr/>
      </dsp:nvSpPr>
      <dsp:spPr>
        <a:xfrm rot="5400000">
          <a:off x="8557621" y="1636655"/>
          <a:ext cx="517862" cy="605801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8634812" y="1680625"/>
        <a:ext cx="363481" cy="362503"/>
      </dsp:txXfrm>
    </dsp:sp>
    <dsp:sp modelId="{FDFB9F33-87F1-498E-9460-7C9A267089CE}">
      <dsp:nvSpPr>
        <dsp:cNvPr id="0" name=""/>
        <dsp:cNvSpPr/>
      </dsp:nvSpPr>
      <dsp:spPr>
        <a:xfrm>
          <a:off x="7595179" y="2442762"/>
          <a:ext cx="2442747" cy="146564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Imersão</a:t>
          </a:r>
          <a:r>
            <a:rPr lang="en-US" sz="2200" kern="1200" dirty="0"/>
            <a:t> no </a:t>
          </a:r>
          <a:r>
            <a:rPr lang="en-US" sz="2200" kern="1200" dirty="0" err="1"/>
            <a:t>projeto</a:t>
          </a:r>
          <a:r>
            <a:rPr lang="en-US" sz="2200" kern="1200" dirty="0"/>
            <a:t> — </a:t>
          </a:r>
          <a:r>
            <a:rPr lang="en-US" sz="2200" kern="1200" dirty="0" err="1"/>
            <a:t>domínio</a:t>
          </a:r>
          <a:r>
            <a:rPr lang="en-US" sz="2200" kern="1200" dirty="0"/>
            <a:t>, </a:t>
          </a:r>
          <a:r>
            <a:rPr lang="en-US" sz="2200" kern="1200" dirty="0" err="1"/>
            <a:t>arquitetura</a:t>
          </a:r>
          <a:r>
            <a:rPr lang="en-US" sz="2200" kern="1200" dirty="0"/>
            <a:t>, dados</a:t>
          </a:r>
        </a:p>
      </dsp:txBody>
      <dsp:txXfrm>
        <a:off x="7638106" y="2485689"/>
        <a:ext cx="2356893" cy="1379794"/>
      </dsp:txXfrm>
    </dsp:sp>
    <dsp:sp modelId="{C51A9F08-0BBA-4BB0-8FC0-1664FAA12A5A}">
      <dsp:nvSpPr>
        <dsp:cNvPr id="0" name=""/>
        <dsp:cNvSpPr/>
      </dsp:nvSpPr>
      <dsp:spPr>
        <a:xfrm rot="10800000">
          <a:off x="6862355" y="2872685"/>
          <a:ext cx="517862" cy="605801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7017714" y="2993845"/>
        <a:ext cx="362503" cy="363481"/>
      </dsp:txXfrm>
    </dsp:sp>
    <dsp:sp modelId="{DE398CE5-D610-4E54-A088-DFC14A73D132}">
      <dsp:nvSpPr>
        <dsp:cNvPr id="0" name=""/>
        <dsp:cNvSpPr/>
      </dsp:nvSpPr>
      <dsp:spPr>
        <a:xfrm>
          <a:off x="4175332" y="2442762"/>
          <a:ext cx="2442747" cy="146564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6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Prática</a:t>
          </a:r>
          <a:r>
            <a:rPr lang="en-US" sz="2200" kern="1200" dirty="0"/>
            <a:t> </a:t>
          </a:r>
          <a:r>
            <a:rPr lang="en-US" sz="2200" kern="1200" dirty="0" err="1"/>
            <a:t>guiada</a:t>
          </a:r>
          <a:r>
            <a:rPr lang="en-US" sz="2200" kern="1200" dirty="0"/>
            <a:t> — </a:t>
          </a:r>
          <a:r>
            <a:rPr lang="en-US" sz="2200" kern="1200" dirty="0" err="1"/>
            <a:t>demanda</a:t>
          </a:r>
          <a:r>
            <a:rPr lang="en-US" sz="2200" kern="1200" dirty="0"/>
            <a:t> </a:t>
          </a:r>
          <a:r>
            <a:rPr lang="en-US" sz="2200" kern="1200" dirty="0" err="1"/>
            <a:t>segura</a:t>
          </a:r>
          <a:r>
            <a:rPr lang="en-US" sz="2200" kern="1200" dirty="0"/>
            <a:t> com </a:t>
          </a:r>
          <a:r>
            <a:rPr lang="en-US" sz="2200" kern="1200" dirty="0" err="1"/>
            <a:t>aceite</a:t>
          </a:r>
          <a:endParaRPr lang="en-US" sz="2200" kern="1200" dirty="0"/>
        </a:p>
      </dsp:txBody>
      <dsp:txXfrm>
        <a:off x="4218259" y="2485689"/>
        <a:ext cx="2356893" cy="1379794"/>
      </dsp:txXfrm>
    </dsp:sp>
    <dsp:sp modelId="{D6EEC409-BDAB-4206-87A1-544BCA320044}">
      <dsp:nvSpPr>
        <dsp:cNvPr id="0" name=""/>
        <dsp:cNvSpPr/>
      </dsp:nvSpPr>
      <dsp:spPr>
        <a:xfrm rot="10800000">
          <a:off x="3442508" y="2872685"/>
          <a:ext cx="517862" cy="605801"/>
        </a:xfrm>
        <a:prstGeom prst="rightArrow">
          <a:avLst>
            <a:gd name="adj1" fmla="val 60000"/>
            <a:gd name="adj2" fmla="val 50000"/>
          </a:avLst>
        </a:prstGeom>
        <a:blipFill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6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3597867" y="2993845"/>
        <a:ext cx="362503" cy="363481"/>
      </dsp:txXfrm>
    </dsp:sp>
    <dsp:sp modelId="{1C87BBBA-4F38-4C40-8F45-391A5C649E4D}">
      <dsp:nvSpPr>
        <dsp:cNvPr id="0" name=""/>
        <dsp:cNvSpPr/>
      </dsp:nvSpPr>
      <dsp:spPr>
        <a:xfrm>
          <a:off x="755486" y="2442762"/>
          <a:ext cx="2442747" cy="146564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Fechamento</a:t>
          </a:r>
          <a:r>
            <a:rPr lang="en-US" sz="2200" kern="1200" dirty="0"/>
            <a:t> — demo EVAL-01, </a:t>
          </a:r>
          <a:r>
            <a:rPr lang="en-US" sz="2200" kern="1200" dirty="0" err="1"/>
            <a:t>rubrica</a:t>
          </a:r>
          <a:r>
            <a:rPr lang="en-US" sz="2200" kern="1200" dirty="0"/>
            <a:t> e handoff</a:t>
          </a:r>
        </a:p>
      </dsp:txBody>
      <dsp:txXfrm>
        <a:off x="798413" y="2485689"/>
        <a:ext cx="2356893" cy="13797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C2987-EE2B-44DB-8D7E-D97DFE14F39B}">
      <dsp:nvSpPr>
        <dsp:cNvPr id="0" name=""/>
        <dsp:cNvSpPr/>
      </dsp:nvSpPr>
      <dsp:spPr>
        <a:xfrm>
          <a:off x="0" y="8052"/>
          <a:ext cx="10793412" cy="57563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1 · ENTRAR</a:t>
          </a:r>
          <a:endParaRPr lang="en-US" sz="2400" kern="1200"/>
        </a:p>
      </dsp:txBody>
      <dsp:txXfrm>
        <a:off x="28100" y="36152"/>
        <a:ext cx="10737212" cy="519439"/>
      </dsp:txXfrm>
    </dsp:sp>
    <dsp:sp modelId="{C9718B11-C471-4FEF-8F3D-D270A33B9B32}">
      <dsp:nvSpPr>
        <dsp:cNvPr id="0" name=""/>
        <dsp:cNvSpPr/>
      </dsp:nvSpPr>
      <dsp:spPr>
        <a:xfrm>
          <a:off x="0" y="583692"/>
          <a:ext cx="10793412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9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ONB-01 </a:t>
          </a:r>
          <a:r>
            <a:rPr lang="en-US" sz="1900" kern="1200" dirty="0" err="1"/>
            <a:t>acessos</a:t>
          </a:r>
          <a:r>
            <a:rPr lang="en-US" sz="1900" kern="1200" dirty="0"/>
            <a:t> (par) + ONB-02 </a:t>
          </a:r>
          <a:r>
            <a:rPr lang="en-US" sz="1900" kern="1200" dirty="0" err="1"/>
            <a:t>mapa</a:t>
          </a:r>
          <a:r>
            <a:rPr lang="en-US" sz="1900" kern="1200" dirty="0"/>
            <a:t> (Tech Lead)</a:t>
          </a:r>
        </a:p>
      </dsp:txBody>
      <dsp:txXfrm>
        <a:off x="0" y="583692"/>
        <a:ext cx="10793412" cy="397440"/>
      </dsp:txXfrm>
    </dsp:sp>
    <dsp:sp modelId="{95C3D20E-9FCF-4E4A-9AF3-1E8ECE781CEC}">
      <dsp:nvSpPr>
        <dsp:cNvPr id="0" name=""/>
        <dsp:cNvSpPr/>
      </dsp:nvSpPr>
      <dsp:spPr>
        <a:xfrm>
          <a:off x="0" y="981132"/>
          <a:ext cx="10793412" cy="57563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1199996"/>
                <a:satOff val="-617"/>
                <a:lumOff val="-1569"/>
                <a:alphaOff val="0"/>
                <a:shade val="88000"/>
                <a:lumMod val="88000"/>
              </a:schemeClr>
              <a:schemeClr val="accent2">
                <a:hueOff val="1199996"/>
                <a:satOff val="-617"/>
                <a:lumOff val="-1569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2 · APRENDER</a:t>
          </a:r>
          <a:endParaRPr lang="en-US" sz="2400" kern="1200"/>
        </a:p>
      </dsp:txBody>
      <dsp:txXfrm>
        <a:off x="28100" y="1009232"/>
        <a:ext cx="10737212" cy="519439"/>
      </dsp:txXfrm>
    </dsp:sp>
    <dsp:sp modelId="{CCE1AC97-0876-458F-8278-CE5646B6CF7C}">
      <dsp:nvSpPr>
        <dsp:cNvPr id="0" name=""/>
        <dsp:cNvSpPr/>
      </dsp:nvSpPr>
      <dsp:spPr>
        <a:xfrm>
          <a:off x="0" y="1556772"/>
          <a:ext cx="10793412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9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CDF-01 a 04: explorar, modelar, ingerir, consultar | V03–V12</a:t>
          </a:r>
        </a:p>
      </dsp:txBody>
      <dsp:txXfrm>
        <a:off x="0" y="1556772"/>
        <a:ext cx="10793412" cy="397440"/>
      </dsp:txXfrm>
    </dsp:sp>
    <dsp:sp modelId="{76B787EA-DF83-4DDA-8FA1-A1B90F08B761}">
      <dsp:nvSpPr>
        <dsp:cNvPr id="0" name=""/>
        <dsp:cNvSpPr/>
      </dsp:nvSpPr>
      <dsp:spPr>
        <a:xfrm>
          <a:off x="0" y="1954212"/>
          <a:ext cx="10793412" cy="57563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2399992"/>
                <a:satOff val="-1233"/>
                <a:lumOff val="-3137"/>
                <a:alphaOff val="0"/>
                <a:shade val="88000"/>
                <a:lumMod val="88000"/>
              </a:schemeClr>
              <a:schemeClr val="accent2">
                <a:hueOff val="2399992"/>
                <a:satOff val="-1233"/>
                <a:lumOff val="-3137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3 · CONECTAR</a:t>
          </a:r>
          <a:endParaRPr lang="en-US" sz="2400" kern="1200"/>
        </a:p>
      </dsp:txBody>
      <dsp:txXfrm>
        <a:off x="28100" y="1982312"/>
        <a:ext cx="10737212" cy="519439"/>
      </dsp:txXfrm>
    </dsp:sp>
    <dsp:sp modelId="{F25C3794-AE87-409B-B980-DAF754C6A561}">
      <dsp:nvSpPr>
        <dsp:cNvPr id="0" name=""/>
        <dsp:cNvSpPr/>
      </dsp:nvSpPr>
      <dsp:spPr>
        <a:xfrm>
          <a:off x="0" y="2529852"/>
          <a:ext cx="10793412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9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DOC-01 radar + DOC-02 melhoria + PRJ-01 tarefa segura</a:t>
          </a:r>
        </a:p>
      </dsp:txBody>
      <dsp:txXfrm>
        <a:off x="0" y="2529852"/>
        <a:ext cx="10793412" cy="397440"/>
      </dsp:txXfrm>
    </dsp:sp>
    <dsp:sp modelId="{34343A99-975E-43B6-8234-616D38545AB5}">
      <dsp:nvSpPr>
        <dsp:cNvPr id="0" name=""/>
        <dsp:cNvSpPr/>
      </dsp:nvSpPr>
      <dsp:spPr>
        <a:xfrm>
          <a:off x="0" y="2927292"/>
          <a:ext cx="10793412" cy="57563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3599988"/>
                <a:satOff val="-1850"/>
                <a:lumOff val="-4706"/>
                <a:alphaOff val="0"/>
                <a:shade val="88000"/>
                <a:lumMod val="88000"/>
              </a:schemeClr>
              <a:schemeClr val="accent2">
                <a:hueOff val="3599988"/>
                <a:satOff val="-1850"/>
                <a:lumOff val="-4706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4 · PROVAR</a:t>
          </a:r>
          <a:endParaRPr lang="en-US" sz="2400" kern="1200"/>
        </a:p>
      </dsp:txBody>
      <dsp:txXfrm>
        <a:off x="28100" y="2955392"/>
        <a:ext cx="10737212" cy="519439"/>
      </dsp:txXfrm>
    </dsp:sp>
    <dsp:sp modelId="{AA1D7F85-E923-4175-8388-57948BEDD309}">
      <dsp:nvSpPr>
        <dsp:cNvPr id="0" name=""/>
        <dsp:cNvSpPr/>
      </dsp:nvSpPr>
      <dsp:spPr>
        <a:xfrm>
          <a:off x="0" y="3502932"/>
          <a:ext cx="10793412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69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EVAL-01 demo de 10 min (Tech Lead + André + Dayana)</a:t>
          </a:r>
        </a:p>
      </dsp:txBody>
      <dsp:txXfrm>
        <a:off x="0" y="3502932"/>
        <a:ext cx="10793412" cy="3974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6493AC-C8C5-4BEE-8A11-F15572DB2238}">
      <dsp:nvSpPr>
        <dsp:cNvPr id="0" name=""/>
        <dsp:cNvSpPr/>
      </dsp:nvSpPr>
      <dsp:spPr>
        <a:xfrm>
          <a:off x="0" y="591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B02E9C-0087-41B6-B3EE-EEA775AFA9A6}">
      <dsp:nvSpPr>
        <dsp:cNvPr id="0" name=""/>
        <dsp:cNvSpPr/>
      </dsp:nvSpPr>
      <dsp:spPr>
        <a:xfrm>
          <a:off x="0" y="591"/>
          <a:ext cx="4302125" cy="96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André — </a:t>
          </a:r>
          <a:r>
            <a:rPr lang="en-US" sz="1900" kern="1200" dirty="0" err="1"/>
            <a:t>aprova</a:t>
          </a:r>
          <a:r>
            <a:rPr lang="en-US" sz="1900" kern="1200" dirty="0"/>
            <a:t> </a:t>
          </a:r>
          <a:r>
            <a:rPr lang="en-US" sz="1900" kern="1200" dirty="0" err="1"/>
            <a:t>conteúdo</a:t>
          </a:r>
          <a:r>
            <a:rPr lang="en-US" sz="1900" kern="1200" dirty="0"/>
            <a:t> CDF e </a:t>
          </a:r>
          <a:r>
            <a:rPr lang="en-US" sz="1900" kern="1200" dirty="0" err="1"/>
            <a:t>critérios</a:t>
          </a:r>
          <a:r>
            <a:rPr lang="en-US" sz="1900" kern="1200" dirty="0"/>
            <a:t> de </a:t>
          </a:r>
          <a:r>
            <a:rPr lang="en-US" sz="1900" kern="1200" dirty="0" err="1"/>
            <a:t>segurança</a:t>
          </a:r>
          <a:endParaRPr lang="en-US" sz="1900" kern="1200" dirty="0"/>
        </a:p>
      </dsp:txBody>
      <dsp:txXfrm>
        <a:off x="0" y="591"/>
        <a:ext cx="4302125" cy="969090"/>
      </dsp:txXfrm>
    </dsp:sp>
    <dsp:sp modelId="{6E474EB8-5374-419D-BAC4-755CDE8B0510}">
      <dsp:nvSpPr>
        <dsp:cNvPr id="0" name=""/>
        <dsp:cNvSpPr/>
      </dsp:nvSpPr>
      <dsp:spPr>
        <a:xfrm>
          <a:off x="0" y="969682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754663"/>
                <a:satOff val="-5755"/>
                <a:lumOff val="-2549"/>
                <a:alphaOff val="0"/>
                <a:shade val="88000"/>
                <a:lumMod val="88000"/>
              </a:schemeClr>
              <a:schemeClr val="accent5">
                <a:hueOff val="754663"/>
                <a:satOff val="-5755"/>
                <a:lumOff val="-2549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754663"/>
              <a:satOff val="-5755"/>
              <a:lumOff val="-25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8E586C-E87E-4611-AD01-CF7BC647A729}">
      <dsp:nvSpPr>
        <dsp:cNvPr id="0" name=""/>
        <dsp:cNvSpPr/>
      </dsp:nvSpPr>
      <dsp:spPr>
        <a:xfrm>
          <a:off x="0" y="969682"/>
          <a:ext cx="4302125" cy="96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Gilson — </a:t>
          </a:r>
          <a:r>
            <a:rPr lang="en-US" sz="1900" kern="1200" dirty="0" err="1"/>
            <a:t>estrutura</a:t>
          </a:r>
          <a:r>
            <a:rPr lang="en-US" sz="1900" kern="1200" dirty="0"/>
            <a:t> </a:t>
          </a:r>
          <a:r>
            <a:rPr lang="en-US" sz="1900" kern="1200" dirty="0" err="1"/>
            <a:t>módulos</a:t>
          </a:r>
          <a:r>
            <a:rPr lang="en-US" sz="1900" kern="1200" dirty="0"/>
            <a:t>, </a:t>
          </a:r>
          <a:r>
            <a:rPr lang="en-US" sz="1900" kern="1200" dirty="0" err="1"/>
            <a:t>padrões</a:t>
          </a:r>
          <a:r>
            <a:rPr lang="en-US" sz="1900" kern="1200" dirty="0"/>
            <a:t> e </a:t>
          </a:r>
          <a:r>
            <a:rPr lang="en-US" sz="1900" kern="1200" dirty="0" err="1"/>
            <a:t>triagem</a:t>
          </a:r>
          <a:r>
            <a:rPr lang="en-US" sz="1900" kern="1200" dirty="0"/>
            <a:t> </a:t>
          </a:r>
          <a:r>
            <a:rPr lang="en-US" sz="1900" kern="1200" dirty="0" err="1"/>
            <a:t>semanal</a:t>
          </a:r>
          <a:endParaRPr lang="en-US" sz="1900" kern="1200" dirty="0"/>
        </a:p>
      </dsp:txBody>
      <dsp:txXfrm>
        <a:off x="0" y="969682"/>
        <a:ext cx="4302125" cy="969090"/>
      </dsp:txXfrm>
    </dsp:sp>
    <dsp:sp modelId="{3A7E6BA3-F2DD-4C31-BDAE-D4BA2C24BEEE}">
      <dsp:nvSpPr>
        <dsp:cNvPr id="0" name=""/>
        <dsp:cNvSpPr/>
      </dsp:nvSpPr>
      <dsp:spPr>
        <a:xfrm>
          <a:off x="0" y="1938773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1509326"/>
                <a:satOff val="-11511"/>
                <a:lumOff val="-5098"/>
                <a:alphaOff val="0"/>
                <a:shade val="88000"/>
                <a:lumMod val="88000"/>
              </a:schemeClr>
              <a:schemeClr val="accent5">
                <a:hueOff val="1509326"/>
                <a:satOff val="-11511"/>
                <a:lumOff val="-5098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1509326"/>
              <a:satOff val="-11511"/>
              <a:lumOff val="-509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A7A653-8498-4C22-AEDB-469BD5E81C21}">
      <dsp:nvSpPr>
        <dsp:cNvPr id="0" name=""/>
        <dsp:cNvSpPr/>
      </dsp:nvSpPr>
      <dsp:spPr>
        <a:xfrm>
          <a:off x="0" y="1938773"/>
          <a:ext cx="4302125" cy="96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Dayana — publica </a:t>
          </a:r>
          <a:r>
            <a:rPr lang="en-US" sz="1900" kern="1200" dirty="0" err="1"/>
            <a:t>na</a:t>
          </a:r>
          <a:r>
            <a:rPr lang="en-US" sz="1900" kern="1200" dirty="0"/>
            <a:t> </a:t>
          </a:r>
          <a:r>
            <a:rPr lang="en-US" sz="1900" kern="1200" dirty="0" err="1"/>
            <a:t>Ulearning</a:t>
          </a:r>
          <a:r>
            <a:rPr lang="en-US" sz="1900" kern="1200" dirty="0"/>
            <a:t> e </a:t>
          </a:r>
          <a:r>
            <a:rPr lang="en-US" sz="1900" kern="1200" dirty="0" err="1"/>
            <a:t>acompanha</a:t>
          </a:r>
          <a:r>
            <a:rPr lang="en-US" sz="1900" kern="1200" dirty="0"/>
            <a:t> </a:t>
          </a:r>
          <a:r>
            <a:rPr lang="en-US" sz="1900" kern="1200" dirty="0" err="1"/>
            <a:t>evidências</a:t>
          </a:r>
          <a:endParaRPr lang="en-US" sz="1900" kern="1200" dirty="0"/>
        </a:p>
      </dsp:txBody>
      <dsp:txXfrm>
        <a:off x="0" y="1938773"/>
        <a:ext cx="4302125" cy="969090"/>
      </dsp:txXfrm>
    </dsp:sp>
    <dsp:sp modelId="{629193FD-0B98-4FB4-AFF3-50EDC9CAA4A8}">
      <dsp:nvSpPr>
        <dsp:cNvPr id="0" name=""/>
        <dsp:cNvSpPr/>
      </dsp:nvSpPr>
      <dsp:spPr>
        <a:xfrm>
          <a:off x="0" y="2907864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2263988"/>
                <a:satOff val="-17266"/>
                <a:lumOff val="-7647"/>
                <a:alphaOff val="0"/>
                <a:shade val="88000"/>
                <a:lumMod val="88000"/>
              </a:schemeClr>
              <a:schemeClr val="accent5">
                <a:hueOff val="2263988"/>
                <a:satOff val="-17266"/>
                <a:lumOff val="-7647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2263988"/>
              <a:satOff val="-17266"/>
              <a:lumOff val="-764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10E9D1-57DB-4F7C-B897-B5BD4282AF67}">
      <dsp:nvSpPr>
        <dsp:cNvPr id="0" name=""/>
        <dsp:cNvSpPr/>
      </dsp:nvSpPr>
      <dsp:spPr>
        <a:xfrm>
          <a:off x="0" y="2907864"/>
          <a:ext cx="4302125" cy="96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Lara — </a:t>
          </a:r>
          <a:r>
            <a:rPr lang="en-US" sz="1900" kern="1200" dirty="0" err="1"/>
            <a:t>prioriza</a:t>
          </a:r>
          <a:r>
            <a:rPr lang="en-US" sz="1900" kern="1200" dirty="0"/>
            <a:t>, </a:t>
          </a:r>
          <a:r>
            <a:rPr lang="en-US" sz="1900" kern="1200" dirty="0" err="1"/>
            <a:t>garante</a:t>
          </a:r>
          <a:r>
            <a:rPr lang="en-US" sz="1900" kern="1200" dirty="0"/>
            <a:t> </a:t>
          </a:r>
          <a:r>
            <a:rPr lang="en-US" sz="1900" kern="1200" dirty="0" err="1"/>
            <a:t>capacidade</a:t>
          </a:r>
          <a:r>
            <a:rPr lang="en-US" sz="1900" kern="1200" dirty="0"/>
            <a:t> e </a:t>
          </a:r>
          <a:r>
            <a:rPr lang="en-US" sz="1900" kern="1200" dirty="0" err="1"/>
            <a:t>desbloqueia</a:t>
          </a:r>
          <a:r>
            <a:rPr lang="en-US" sz="1900" kern="1200" dirty="0"/>
            <a:t> a UR</a:t>
          </a:r>
        </a:p>
      </dsp:txBody>
      <dsp:txXfrm>
        <a:off x="0" y="2907864"/>
        <a:ext cx="4302125" cy="969090"/>
      </dsp:txXfrm>
    </dsp:sp>
    <dsp:sp modelId="{4D5D2A07-32A1-4111-A36D-6321507C3755}">
      <dsp:nvSpPr>
        <dsp:cNvPr id="0" name=""/>
        <dsp:cNvSpPr/>
      </dsp:nvSpPr>
      <dsp:spPr>
        <a:xfrm>
          <a:off x="0" y="3876955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3018651"/>
                <a:satOff val="-23022"/>
                <a:lumOff val="-10196"/>
                <a:alphaOff val="0"/>
                <a:shade val="88000"/>
                <a:lumMod val="88000"/>
              </a:schemeClr>
              <a:schemeClr val="accent5">
                <a:hueOff val="3018651"/>
                <a:satOff val="-23022"/>
                <a:lumOff val="-10196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3018651"/>
              <a:satOff val="-23022"/>
              <a:lumOff val="-10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147700-F4F7-4561-9706-B7DB3477599E}">
      <dsp:nvSpPr>
        <dsp:cNvPr id="0" name=""/>
        <dsp:cNvSpPr/>
      </dsp:nvSpPr>
      <dsp:spPr>
        <a:xfrm>
          <a:off x="0" y="3876955"/>
          <a:ext cx="4302125" cy="96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 err="1"/>
            <a:t>Fluxo</a:t>
          </a:r>
          <a:r>
            <a:rPr lang="en-US" sz="1900" b="0" kern="1200" dirty="0"/>
            <a:t>: Gilson </a:t>
          </a:r>
          <a:r>
            <a:rPr lang="en-US" sz="1900" b="0" kern="1200" dirty="0" err="1"/>
            <a:t>planeja</a:t>
          </a:r>
          <a:r>
            <a:rPr lang="en-US" sz="1900" b="0" kern="1200" dirty="0"/>
            <a:t> → André </a:t>
          </a:r>
          <a:r>
            <a:rPr lang="en-US" sz="1900" b="0" kern="1200" dirty="0" err="1"/>
            <a:t>valida</a:t>
          </a:r>
          <a:r>
            <a:rPr lang="en-US" sz="1900" b="0" kern="1200" dirty="0"/>
            <a:t> → Dayana publica → Lara decide </a:t>
          </a:r>
          <a:r>
            <a:rPr lang="en-US" sz="1900" b="0" kern="1200" dirty="0" err="1"/>
            <a:t>capacidade</a:t>
          </a:r>
          <a:endParaRPr lang="en-US" sz="1900" b="0" kern="1200" dirty="0"/>
        </a:p>
      </dsp:txBody>
      <dsp:txXfrm>
        <a:off x="0" y="3876955"/>
        <a:ext cx="4302125" cy="9690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A63F3-F124-4CF6-9906-5446429A80C1}">
      <dsp:nvSpPr>
        <dsp:cNvPr id="0" name=""/>
        <dsp:cNvSpPr/>
      </dsp:nvSpPr>
      <dsp:spPr>
        <a:xfrm>
          <a:off x="0" y="661839"/>
          <a:ext cx="4302125" cy="83537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Participante</a:t>
          </a:r>
          <a:r>
            <a:rPr lang="en-US" sz="2100" kern="1200" dirty="0"/>
            <a:t> — </a:t>
          </a:r>
          <a:r>
            <a:rPr lang="en-US" sz="2100" kern="1200" dirty="0" err="1"/>
            <a:t>consome</a:t>
          </a:r>
          <a:r>
            <a:rPr lang="en-US" sz="2100" kern="1200" dirty="0"/>
            <a:t> a </a:t>
          </a:r>
          <a:r>
            <a:rPr lang="en-US" sz="2100" kern="1200" dirty="0" err="1"/>
            <a:t>trilha</a:t>
          </a:r>
          <a:r>
            <a:rPr lang="en-US" sz="2100" kern="1200" dirty="0"/>
            <a:t> e </a:t>
          </a:r>
          <a:r>
            <a:rPr lang="en-US" sz="2100" kern="1200" dirty="0" err="1"/>
            <a:t>registra</a:t>
          </a:r>
          <a:r>
            <a:rPr lang="en-US" sz="2100" kern="1200" dirty="0"/>
            <a:t> </a:t>
          </a:r>
          <a:r>
            <a:rPr lang="en-US" sz="2100" kern="1200" dirty="0" err="1"/>
            <a:t>evidências</a:t>
          </a:r>
          <a:r>
            <a:rPr lang="en-US" sz="2100" kern="1200" dirty="0"/>
            <a:t> no backlog</a:t>
          </a:r>
        </a:p>
      </dsp:txBody>
      <dsp:txXfrm>
        <a:off x="40780" y="702619"/>
        <a:ext cx="4220565" cy="753819"/>
      </dsp:txXfrm>
    </dsp:sp>
    <dsp:sp modelId="{388AE7B8-B8E6-4354-B230-EA770B0AF896}">
      <dsp:nvSpPr>
        <dsp:cNvPr id="0" name=""/>
        <dsp:cNvSpPr/>
      </dsp:nvSpPr>
      <dsp:spPr>
        <a:xfrm>
          <a:off x="0" y="1557699"/>
          <a:ext cx="4302125" cy="83537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1006217"/>
                <a:satOff val="-7674"/>
                <a:lumOff val="-3399"/>
                <a:alphaOff val="0"/>
                <a:shade val="88000"/>
                <a:lumMod val="88000"/>
              </a:schemeClr>
              <a:schemeClr val="accent5">
                <a:hueOff val="1006217"/>
                <a:satOff val="-7674"/>
                <a:lumOff val="-3399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Par de entrada — </a:t>
          </a:r>
          <a:r>
            <a:rPr lang="en-US" sz="2100" kern="1200" dirty="0" err="1"/>
            <a:t>acolhe</a:t>
          </a:r>
          <a:r>
            <a:rPr lang="en-US" sz="2100" kern="1200" dirty="0"/>
            <a:t>, </a:t>
          </a:r>
          <a:r>
            <a:rPr lang="en-US" sz="2100" kern="1200" dirty="0" err="1"/>
            <a:t>valida</a:t>
          </a:r>
          <a:r>
            <a:rPr lang="en-US" sz="2100" kern="1200" dirty="0"/>
            <a:t> ONB-01 e </a:t>
          </a:r>
          <a:r>
            <a:rPr lang="en-US" sz="2100" kern="1200" dirty="0" err="1"/>
            <a:t>orienta</a:t>
          </a:r>
          <a:r>
            <a:rPr lang="en-US" sz="2100" kern="1200" dirty="0"/>
            <a:t> o </a:t>
          </a:r>
          <a:r>
            <a:rPr lang="en-US" sz="2100" kern="1200" dirty="0" err="1"/>
            <a:t>caminho</a:t>
          </a:r>
          <a:endParaRPr lang="en-US" sz="2100" kern="1200" dirty="0"/>
        </a:p>
      </dsp:txBody>
      <dsp:txXfrm>
        <a:off x="40780" y="1598479"/>
        <a:ext cx="4220565" cy="753819"/>
      </dsp:txXfrm>
    </dsp:sp>
    <dsp:sp modelId="{F2024BA8-7239-4E7A-B012-005ACFD44B82}">
      <dsp:nvSpPr>
        <dsp:cNvPr id="0" name=""/>
        <dsp:cNvSpPr/>
      </dsp:nvSpPr>
      <dsp:spPr>
        <a:xfrm>
          <a:off x="0" y="2453559"/>
          <a:ext cx="4302125" cy="83537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2012434"/>
                <a:satOff val="-15348"/>
                <a:lumOff val="-6797"/>
                <a:alphaOff val="0"/>
                <a:shade val="88000"/>
                <a:lumMod val="88000"/>
              </a:schemeClr>
              <a:schemeClr val="accent5">
                <a:hueOff val="2012434"/>
                <a:satOff val="-15348"/>
                <a:lumOff val="-6797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Tech Lead — </a:t>
          </a:r>
          <a:r>
            <a:rPr lang="en-US" sz="2100" kern="1200" dirty="0" err="1"/>
            <a:t>valida</a:t>
          </a:r>
          <a:r>
            <a:rPr lang="en-US" sz="2100" kern="1200" dirty="0"/>
            <a:t> o </a:t>
          </a:r>
          <a:r>
            <a:rPr lang="en-US" sz="2100" kern="1200" dirty="0" err="1"/>
            <a:t>projeto</a:t>
          </a:r>
          <a:r>
            <a:rPr lang="en-US" sz="2100" kern="1200" dirty="0"/>
            <a:t>, define PRJ-01 e </a:t>
          </a:r>
          <a:r>
            <a:rPr lang="en-US" sz="2100" kern="1200" dirty="0" err="1"/>
            <a:t>conduz</a:t>
          </a:r>
          <a:r>
            <a:rPr lang="en-US" sz="2100" kern="1200" dirty="0"/>
            <a:t> EVAL-01</a:t>
          </a:r>
        </a:p>
      </dsp:txBody>
      <dsp:txXfrm>
        <a:off x="40780" y="2494339"/>
        <a:ext cx="4220565" cy="753819"/>
      </dsp:txXfrm>
    </dsp:sp>
    <dsp:sp modelId="{CB257ADC-9552-43BB-9D9C-309A97E7A205}">
      <dsp:nvSpPr>
        <dsp:cNvPr id="0" name=""/>
        <dsp:cNvSpPr/>
      </dsp:nvSpPr>
      <dsp:spPr>
        <a:xfrm>
          <a:off x="0" y="3349419"/>
          <a:ext cx="4302125" cy="835379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3018651"/>
                <a:satOff val="-23022"/>
                <a:lumOff val="-10196"/>
                <a:alphaOff val="0"/>
                <a:shade val="88000"/>
                <a:lumMod val="88000"/>
              </a:schemeClr>
              <a:schemeClr val="accent5">
                <a:hueOff val="3018651"/>
                <a:satOff val="-23022"/>
                <a:lumOff val="-10196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 err="1"/>
            <a:t>Encaminhamento</a:t>
          </a:r>
          <a:r>
            <a:rPr lang="en-US" sz="2100" b="0" kern="1200" dirty="0"/>
            <a:t>: CDF → André | </a:t>
          </a:r>
          <a:r>
            <a:rPr lang="en-US" sz="2100" b="0" kern="1200" dirty="0" err="1"/>
            <a:t>projeto</a:t>
          </a:r>
          <a:r>
            <a:rPr lang="en-US" sz="2100" b="0" kern="1200" dirty="0"/>
            <a:t> → Tech Lead | </a:t>
          </a:r>
          <a:r>
            <a:rPr lang="en-US" sz="2100" b="0" kern="1200" dirty="0" err="1"/>
            <a:t>bloqueio</a:t>
          </a:r>
          <a:r>
            <a:rPr lang="en-US" sz="2100" b="0" kern="1200" dirty="0"/>
            <a:t> → UR</a:t>
          </a:r>
        </a:p>
      </dsp:txBody>
      <dsp:txXfrm>
        <a:off x="40780" y="3390199"/>
        <a:ext cx="4220565" cy="7538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ABA4B-CBEC-4AF1-9A14-5BE4857F516C}">
      <dsp:nvSpPr>
        <dsp:cNvPr id="0" name=""/>
        <dsp:cNvSpPr/>
      </dsp:nvSpPr>
      <dsp:spPr>
        <a:xfrm>
          <a:off x="0" y="0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E9496A-7594-48C9-B8AE-C7383DD68A64}">
      <dsp:nvSpPr>
        <dsp:cNvPr id="0" name=""/>
        <dsp:cNvSpPr/>
      </dsp:nvSpPr>
      <dsp:spPr>
        <a:xfrm>
          <a:off x="0" y="0"/>
          <a:ext cx="4302125" cy="1314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Produtor</a:t>
          </a:r>
          <a:r>
            <a:rPr lang="en-US" sz="2200" kern="1200" dirty="0"/>
            <a:t> </a:t>
          </a:r>
          <a:r>
            <a:rPr lang="en-US" sz="2200" kern="1200" dirty="0" err="1"/>
            <a:t>recebe</a:t>
          </a:r>
          <a:r>
            <a:rPr lang="en-US" sz="2200" kern="1200" dirty="0"/>
            <a:t> o </a:t>
          </a:r>
          <a:r>
            <a:rPr lang="en-US" sz="2200" kern="1200" dirty="0" err="1"/>
            <a:t>roteiro</a:t>
          </a:r>
          <a:r>
            <a:rPr lang="en-US" sz="2200" kern="1200" dirty="0"/>
            <a:t> </a:t>
          </a:r>
          <a:r>
            <a:rPr lang="en-US" sz="2200" kern="1200" dirty="0" err="1"/>
            <a:t>Vxx</a:t>
          </a:r>
          <a:r>
            <a:rPr lang="en-US" sz="2200" kern="1200" dirty="0"/>
            <a:t> com </a:t>
          </a:r>
          <a:r>
            <a:rPr lang="en-US" sz="2200" kern="1200" dirty="0" err="1"/>
            <a:t>DoR</a:t>
          </a:r>
          <a:r>
            <a:rPr lang="en-US" sz="2200" kern="1200" dirty="0"/>
            <a:t> </a:t>
          </a:r>
          <a:r>
            <a:rPr lang="en-US" sz="2200" kern="1200" dirty="0" err="1"/>
            <a:t>completo</a:t>
          </a:r>
          <a:endParaRPr lang="en-US" sz="2200" kern="1200" dirty="0"/>
        </a:p>
      </dsp:txBody>
      <dsp:txXfrm>
        <a:off x="0" y="0"/>
        <a:ext cx="4302125" cy="1314449"/>
      </dsp:txXfrm>
    </dsp:sp>
    <dsp:sp modelId="{E19DEB7B-5494-45B6-8433-3FD34929FA69}">
      <dsp:nvSpPr>
        <dsp:cNvPr id="0" name=""/>
        <dsp:cNvSpPr/>
      </dsp:nvSpPr>
      <dsp:spPr>
        <a:xfrm>
          <a:off x="0" y="1314449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1006217"/>
                <a:satOff val="-7674"/>
                <a:lumOff val="-3399"/>
                <a:alphaOff val="0"/>
                <a:shade val="88000"/>
                <a:lumMod val="88000"/>
              </a:schemeClr>
              <a:schemeClr val="accent5">
                <a:hueOff val="1006217"/>
                <a:satOff val="-7674"/>
                <a:lumOff val="-3399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1006217"/>
              <a:satOff val="-7674"/>
              <a:lumOff val="-339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76339E-0006-4C7A-A2F2-071B740E5B39}">
      <dsp:nvSpPr>
        <dsp:cNvPr id="0" name=""/>
        <dsp:cNvSpPr/>
      </dsp:nvSpPr>
      <dsp:spPr>
        <a:xfrm>
          <a:off x="0" y="1314449"/>
          <a:ext cx="4302125" cy="1314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Grava 8–12 min (dado </a:t>
          </a:r>
          <a:r>
            <a:rPr lang="en-US" sz="2200" kern="1200" dirty="0" err="1"/>
            <a:t>sintético</a:t>
          </a:r>
          <a:r>
            <a:rPr lang="en-US" sz="2200" kern="1200" dirty="0"/>
            <a:t>) → Em </a:t>
          </a:r>
          <a:r>
            <a:rPr lang="en-US" sz="2200" kern="1200" dirty="0" err="1"/>
            <a:t>revisão</a:t>
          </a:r>
          <a:r>
            <a:rPr lang="en-US" sz="2200" kern="1200" dirty="0"/>
            <a:t> </a:t>
          </a:r>
          <a:r>
            <a:rPr lang="en-US" sz="2200" kern="1200" dirty="0" err="1"/>
            <a:t>técnica</a:t>
          </a:r>
          <a:endParaRPr lang="en-US" sz="2200" kern="1200" dirty="0"/>
        </a:p>
      </dsp:txBody>
      <dsp:txXfrm>
        <a:off x="0" y="1314449"/>
        <a:ext cx="4302125" cy="1314449"/>
      </dsp:txXfrm>
    </dsp:sp>
    <dsp:sp modelId="{F8E6A617-CF1B-40A1-8FE5-AB335B9CD9EE}">
      <dsp:nvSpPr>
        <dsp:cNvPr id="0" name=""/>
        <dsp:cNvSpPr/>
      </dsp:nvSpPr>
      <dsp:spPr>
        <a:xfrm>
          <a:off x="0" y="2628899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2012434"/>
                <a:satOff val="-15348"/>
                <a:lumOff val="-6797"/>
                <a:alphaOff val="0"/>
                <a:shade val="88000"/>
                <a:lumMod val="88000"/>
              </a:schemeClr>
              <a:schemeClr val="accent5">
                <a:hueOff val="2012434"/>
                <a:satOff val="-15348"/>
                <a:lumOff val="-6797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2012434"/>
              <a:satOff val="-15348"/>
              <a:lumOff val="-679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D87795-BB07-4FAD-B246-C3D56E497B2E}">
      <dsp:nvSpPr>
        <dsp:cNvPr id="0" name=""/>
        <dsp:cNvSpPr/>
      </dsp:nvSpPr>
      <dsp:spPr>
        <a:xfrm>
          <a:off x="0" y="2628899"/>
          <a:ext cx="4302125" cy="1314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André </a:t>
          </a:r>
          <a:r>
            <a:rPr lang="en-US" sz="2200" kern="1200" dirty="0" err="1"/>
            <a:t>ou</a:t>
          </a:r>
          <a:r>
            <a:rPr lang="en-US" sz="2200" kern="1200" dirty="0"/>
            <a:t> Tech Lead </a:t>
          </a:r>
          <a:r>
            <a:rPr lang="en-US" sz="2200" kern="1200" dirty="0" err="1"/>
            <a:t>aprovam</a:t>
          </a:r>
          <a:r>
            <a:rPr lang="en-US" sz="2200" kern="1200" dirty="0"/>
            <a:t> → Dayana publica</a:t>
          </a:r>
        </a:p>
      </dsp:txBody>
      <dsp:txXfrm>
        <a:off x="0" y="2628899"/>
        <a:ext cx="4302125" cy="1314449"/>
      </dsp:txXfrm>
    </dsp:sp>
    <dsp:sp modelId="{A204A4D2-2373-40D8-9CE3-9C29D9C7C26D}">
      <dsp:nvSpPr>
        <dsp:cNvPr id="0" name=""/>
        <dsp:cNvSpPr/>
      </dsp:nvSpPr>
      <dsp:spPr>
        <a:xfrm>
          <a:off x="0" y="3943349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3018651"/>
                <a:satOff val="-23022"/>
                <a:lumOff val="-10196"/>
                <a:alphaOff val="0"/>
                <a:shade val="88000"/>
                <a:lumMod val="88000"/>
              </a:schemeClr>
              <a:schemeClr val="accent5">
                <a:hueOff val="3018651"/>
                <a:satOff val="-23022"/>
                <a:lumOff val="-10196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3018651"/>
              <a:satOff val="-23022"/>
              <a:lumOff val="-10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CFDF63-8673-4D23-A92C-F108C9E65D21}">
      <dsp:nvSpPr>
        <dsp:cNvPr id="0" name=""/>
        <dsp:cNvSpPr/>
      </dsp:nvSpPr>
      <dsp:spPr>
        <a:xfrm>
          <a:off x="0" y="3943350"/>
          <a:ext cx="4302125" cy="1314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 err="1"/>
            <a:t>Estados</a:t>
          </a:r>
          <a:r>
            <a:rPr lang="en-US" sz="2200" b="0" kern="1200" dirty="0"/>
            <a:t>: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A </a:t>
          </a:r>
          <a:r>
            <a:rPr lang="en-US" sz="2200" b="0" kern="1200" dirty="0" err="1"/>
            <a:t>fazer</a:t>
          </a:r>
          <a:r>
            <a:rPr lang="en-US" sz="2200" b="0" kern="1200" dirty="0"/>
            <a:t> → </a:t>
          </a:r>
          <a:r>
            <a:rPr lang="en-US" sz="2200" b="0" kern="1200" dirty="0" err="1"/>
            <a:t>Produção</a:t>
          </a:r>
          <a:r>
            <a:rPr lang="en-US" sz="2200" b="0" kern="1200" dirty="0"/>
            <a:t> → </a:t>
          </a:r>
          <a:r>
            <a:rPr lang="en-US" sz="2200" b="0" kern="1200" dirty="0" err="1"/>
            <a:t>Revisão</a:t>
          </a:r>
          <a:r>
            <a:rPr lang="en-US" sz="2200" b="0" kern="1200" dirty="0"/>
            <a:t> → </a:t>
          </a:r>
          <a:r>
            <a:rPr lang="en-US" sz="2200" b="0" kern="1200" dirty="0" err="1"/>
            <a:t>Aprovado</a:t>
          </a:r>
          <a:r>
            <a:rPr lang="en-US" sz="2200" b="0" kern="1200" dirty="0"/>
            <a:t> → </a:t>
          </a:r>
          <a:r>
            <a:rPr lang="en-US" sz="2200" b="0" kern="1200" dirty="0" err="1"/>
            <a:t>Publicado</a:t>
          </a:r>
          <a:r>
            <a:rPr lang="en-US" sz="2200" b="0" kern="1200" dirty="0"/>
            <a:t> → </a:t>
          </a:r>
          <a:r>
            <a:rPr lang="en-US" sz="2200" b="0" kern="1200" dirty="0" err="1"/>
            <a:t>Melhoria</a:t>
          </a:r>
          <a:endParaRPr lang="en-US" sz="2200" b="0" kern="1200" dirty="0"/>
        </a:p>
      </dsp:txBody>
      <dsp:txXfrm>
        <a:off x="0" y="3943350"/>
        <a:ext cx="4302125" cy="131444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D092D-4820-4BAD-9DE0-47184BEB8F7A}">
      <dsp:nvSpPr>
        <dsp:cNvPr id="0" name=""/>
        <dsp:cNvSpPr/>
      </dsp:nvSpPr>
      <dsp:spPr>
        <a:xfrm>
          <a:off x="0" y="4146657"/>
          <a:ext cx="7024783" cy="90718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Retrospectiva</a:t>
          </a:r>
          <a:r>
            <a:rPr lang="en-US" sz="1700" kern="1200" dirty="0"/>
            <a:t> do </a:t>
          </a:r>
          <a:r>
            <a:rPr lang="en-US" sz="1700" kern="1200" dirty="0" err="1"/>
            <a:t>piloto</a:t>
          </a:r>
          <a:r>
            <a:rPr lang="en-US" sz="1700" kern="1200" dirty="0"/>
            <a:t> — UR + Tech Leads + </a:t>
          </a:r>
          <a:r>
            <a:rPr lang="en-US" sz="1700" kern="1200" dirty="0" err="1"/>
            <a:t>participantes</a:t>
          </a:r>
          <a:endParaRPr lang="en-US" sz="1700" kern="1200" dirty="0"/>
        </a:p>
      </dsp:txBody>
      <dsp:txXfrm>
        <a:off x="0" y="4146657"/>
        <a:ext cx="7024783" cy="907187"/>
      </dsp:txXfrm>
    </dsp:sp>
    <dsp:sp modelId="{6C2E495A-3AA4-44C1-8956-079E1B93AECD}">
      <dsp:nvSpPr>
        <dsp:cNvPr id="0" name=""/>
        <dsp:cNvSpPr/>
      </dsp:nvSpPr>
      <dsp:spPr>
        <a:xfrm rot="10800000">
          <a:off x="0" y="2765010"/>
          <a:ext cx="7024783" cy="1395253"/>
        </a:xfrm>
        <a:prstGeom prst="upArrowCallout">
          <a:avLst/>
        </a:prstGeom>
        <a:solidFill>
          <a:schemeClr val="accent5">
            <a:hueOff val="1006217"/>
            <a:satOff val="-7674"/>
            <a:lumOff val="-33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Operação</a:t>
          </a:r>
          <a:r>
            <a:rPr lang="en-US" sz="1700" kern="1200" dirty="0"/>
            <a:t> da </a:t>
          </a:r>
          <a:r>
            <a:rPr lang="en-US" sz="1700" kern="1200" dirty="0" err="1"/>
            <a:t>trilha</a:t>
          </a:r>
          <a:r>
            <a:rPr lang="en-US" sz="1700" kern="1200" dirty="0"/>
            <a:t> (20 min) — Dayana + Lara</a:t>
          </a:r>
        </a:p>
      </dsp:txBody>
      <dsp:txXfrm rot="-10800000">
        <a:off x="0" y="2765010"/>
        <a:ext cx="7024783" cy="489734"/>
      </dsp:txXfrm>
    </dsp:sp>
    <dsp:sp modelId="{9B190A83-DA4E-4EA4-A059-3E1CECD87CAF}">
      <dsp:nvSpPr>
        <dsp:cNvPr id="0" name=""/>
        <dsp:cNvSpPr/>
      </dsp:nvSpPr>
      <dsp:spPr>
        <a:xfrm>
          <a:off x="0" y="3254745"/>
          <a:ext cx="7024783" cy="4171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progresso, publicação e evidências faltantes</a:t>
          </a:r>
        </a:p>
      </dsp:txBody>
      <dsp:txXfrm>
        <a:off x="0" y="3254745"/>
        <a:ext cx="7024783" cy="417180"/>
      </dsp:txXfrm>
    </dsp:sp>
    <dsp:sp modelId="{0F3A981F-13E8-4E5F-BC66-194033BB23A2}">
      <dsp:nvSpPr>
        <dsp:cNvPr id="0" name=""/>
        <dsp:cNvSpPr/>
      </dsp:nvSpPr>
      <dsp:spPr>
        <a:xfrm rot="10800000">
          <a:off x="0" y="1383364"/>
          <a:ext cx="7024783" cy="1395253"/>
        </a:xfrm>
        <a:prstGeom prst="upArrowCallout">
          <a:avLst/>
        </a:prstGeom>
        <a:solidFill>
          <a:schemeClr val="accent5">
            <a:hueOff val="2012434"/>
            <a:satOff val="-15348"/>
            <a:lumOff val="-67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Revisão</a:t>
          </a:r>
          <a:r>
            <a:rPr lang="en-US" sz="1700" kern="1200" dirty="0"/>
            <a:t> </a:t>
          </a:r>
          <a:r>
            <a:rPr lang="en-US" sz="1700" kern="1200" dirty="0" err="1"/>
            <a:t>técnica</a:t>
          </a:r>
          <a:r>
            <a:rPr lang="en-US" sz="1700" kern="1200" dirty="0"/>
            <a:t> </a:t>
          </a:r>
          <a:r>
            <a:rPr lang="en-US" sz="1700" kern="1200" dirty="0" err="1"/>
            <a:t>por</a:t>
          </a:r>
          <a:r>
            <a:rPr lang="en-US" sz="1700" kern="1200" dirty="0"/>
            <a:t> </a:t>
          </a:r>
          <a:r>
            <a:rPr lang="en-US" sz="1700" kern="1200" dirty="0" err="1"/>
            <a:t>entrega</a:t>
          </a:r>
          <a:r>
            <a:rPr lang="en-US" sz="1700" kern="1200" dirty="0"/>
            <a:t> — André + </a:t>
          </a:r>
          <a:r>
            <a:rPr lang="en-US" sz="1700" kern="1200" dirty="0" err="1"/>
            <a:t>produtor</a:t>
          </a:r>
          <a:r>
            <a:rPr lang="en-US" sz="1700" kern="1200" dirty="0"/>
            <a:t> (+ Tech Lead se </a:t>
          </a:r>
          <a:r>
            <a:rPr lang="en-US" sz="1700" kern="1200" dirty="0" err="1"/>
            <a:t>projeto</a:t>
          </a:r>
          <a:r>
            <a:rPr lang="en-US" sz="1700" kern="1200" dirty="0"/>
            <a:t>)</a:t>
          </a:r>
        </a:p>
      </dsp:txBody>
      <dsp:txXfrm rot="10800000">
        <a:off x="0" y="1383364"/>
        <a:ext cx="7024783" cy="906594"/>
      </dsp:txXfrm>
    </dsp:sp>
    <dsp:sp modelId="{BA6D51AF-D842-4639-8D43-43D7B07890E5}">
      <dsp:nvSpPr>
        <dsp:cNvPr id="0" name=""/>
        <dsp:cNvSpPr/>
      </dsp:nvSpPr>
      <dsp:spPr>
        <a:xfrm rot="10800000">
          <a:off x="0" y="1718"/>
          <a:ext cx="7024783" cy="1395253"/>
        </a:xfrm>
        <a:prstGeom prst="upArrowCallout">
          <a:avLst/>
        </a:prstGeom>
        <a:solidFill>
          <a:schemeClr val="accent5">
            <a:hueOff val="3018651"/>
            <a:satOff val="-23022"/>
            <a:lumOff val="-10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Triagem</a:t>
          </a:r>
          <a:r>
            <a:rPr lang="en-US" sz="1700" kern="1200" dirty="0"/>
            <a:t> </a:t>
          </a:r>
          <a:r>
            <a:rPr lang="en-US" sz="1700" kern="1200" dirty="0" err="1"/>
            <a:t>semanal</a:t>
          </a:r>
          <a:r>
            <a:rPr lang="en-US" sz="1700" kern="1200" dirty="0"/>
            <a:t> (30 min) — Gilson + Dayana + Lara</a:t>
          </a:r>
        </a:p>
      </dsp:txBody>
      <dsp:txXfrm rot="-10800000">
        <a:off x="0" y="1718"/>
        <a:ext cx="7024783" cy="489734"/>
      </dsp:txXfrm>
    </dsp:sp>
    <dsp:sp modelId="{CBCBC2CF-B09B-45AE-8C68-1DC4E954183D}">
      <dsp:nvSpPr>
        <dsp:cNvPr id="0" name=""/>
        <dsp:cNvSpPr/>
      </dsp:nvSpPr>
      <dsp:spPr>
        <a:xfrm>
          <a:off x="0" y="491452"/>
          <a:ext cx="7024783" cy="417180"/>
        </a:xfrm>
        <a:prstGeom prst="rect">
          <a:avLst/>
        </a:prstGeom>
        <a:solidFill>
          <a:schemeClr val="accent5">
            <a:tint val="40000"/>
            <a:alpha val="90000"/>
            <a:hueOff val="3257527"/>
            <a:satOff val="-18221"/>
            <a:lumOff val="-249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17780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prioridades, donos e bloqueios</a:t>
          </a:r>
        </a:p>
      </dsp:txBody>
      <dsp:txXfrm>
        <a:off x="0" y="491452"/>
        <a:ext cx="7024783" cy="4171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32834-C284-4017-8555-B746F22DA477}">
      <dsp:nvSpPr>
        <dsp:cNvPr id="0" name=""/>
        <dsp:cNvSpPr/>
      </dsp:nvSpPr>
      <dsp:spPr>
        <a:xfrm>
          <a:off x="0" y="0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A01CCF-C0E1-4B1C-8328-E44C731313D0}">
      <dsp:nvSpPr>
        <dsp:cNvPr id="0" name=""/>
        <dsp:cNvSpPr/>
      </dsp:nvSpPr>
      <dsp:spPr>
        <a:xfrm>
          <a:off x="0" y="0"/>
          <a:ext cx="4302125" cy="121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Conceito</a:t>
          </a:r>
          <a:r>
            <a:rPr lang="en-US" sz="2400" kern="1200" dirty="0"/>
            <a:t> CDF → André  |  </a:t>
          </a:r>
          <a:r>
            <a:rPr lang="en-US" sz="2400" kern="1200" dirty="0" err="1"/>
            <a:t>Arquitetura</a:t>
          </a:r>
          <a:r>
            <a:rPr lang="en-US" sz="2400" kern="1200" dirty="0"/>
            <a:t> → Tech Lead</a:t>
          </a:r>
        </a:p>
      </dsp:txBody>
      <dsp:txXfrm>
        <a:off x="0" y="0"/>
        <a:ext cx="4302125" cy="1211659"/>
      </dsp:txXfrm>
    </dsp:sp>
    <dsp:sp modelId="{6144A6C2-C0C0-4D74-BEC3-22D2C984631E}">
      <dsp:nvSpPr>
        <dsp:cNvPr id="0" name=""/>
        <dsp:cNvSpPr/>
      </dsp:nvSpPr>
      <dsp:spPr>
        <a:xfrm>
          <a:off x="0" y="1211659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1006217"/>
                <a:satOff val="-7674"/>
                <a:lumOff val="-3399"/>
                <a:alphaOff val="0"/>
                <a:shade val="88000"/>
                <a:lumMod val="88000"/>
              </a:schemeClr>
              <a:schemeClr val="accent5">
                <a:hueOff val="1006217"/>
                <a:satOff val="-7674"/>
                <a:lumOff val="-3399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1006217"/>
              <a:satOff val="-7674"/>
              <a:lumOff val="-339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7DC5B2-6240-4AF2-BE45-99BBA8032533}">
      <dsp:nvSpPr>
        <dsp:cNvPr id="0" name=""/>
        <dsp:cNvSpPr/>
      </dsp:nvSpPr>
      <dsp:spPr>
        <a:xfrm>
          <a:off x="0" y="1211659"/>
          <a:ext cx="4302125" cy="121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Acesso</a:t>
          </a:r>
          <a:r>
            <a:rPr lang="en-US" sz="2400" kern="1200" dirty="0"/>
            <a:t> ONB-01 → Par de entrada  |  </a:t>
          </a:r>
          <a:r>
            <a:rPr lang="en-US" sz="2400" kern="1200" dirty="0" err="1"/>
            <a:t>Publicação</a:t>
          </a:r>
          <a:r>
            <a:rPr lang="en-US" sz="2400" kern="1200" dirty="0"/>
            <a:t> → Dayana</a:t>
          </a:r>
        </a:p>
      </dsp:txBody>
      <dsp:txXfrm>
        <a:off x="0" y="1211659"/>
        <a:ext cx="4302125" cy="1211659"/>
      </dsp:txXfrm>
    </dsp:sp>
    <dsp:sp modelId="{F96E1E72-E408-474C-84F6-F39AAF28702B}">
      <dsp:nvSpPr>
        <dsp:cNvPr id="0" name=""/>
        <dsp:cNvSpPr/>
      </dsp:nvSpPr>
      <dsp:spPr>
        <a:xfrm>
          <a:off x="0" y="2423319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2012434"/>
                <a:satOff val="-15348"/>
                <a:lumOff val="-6797"/>
                <a:alphaOff val="0"/>
                <a:shade val="88000"/>
                <a:lumMod val="88000"/>
              </a:schemeClr>
              <a:schemeClr val="accent5">
                <a:hueOff val="2012434"/>
                <a:satOff val="-15348"/>
                <a:lumOff val="-6797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2012434"/>
              <a:satOff val="-15348"/>
              <a:lumOff val="-679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E4ED9D-A9B1-4FFA-8E66-E2261C866F90}">
      <dsp:nvSpPr>
        <dsp:cNvPr id="0" name=""/>
        <dsp:cNvSpPr/>
      </dsp:nvSpPr>
      <dsp:spPr>
        <a:xfrm>
          <a:off x="0" y="2423319"/>
          <a:ext cx="4302125" cy="121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Prioridade</a:t>
          </a:r>
          <a:r>
            <a:rPr lang="en-US" sz="2400" kern="1200" dirty="0"/>
            <a:t>/</a:t>
          </a:r>
          <a:r>
            <a:rPr lang="en-US" sz="2400" kern="1200" dirty="0" err="1"/>
            <a:t>capacidade</a:t>
          </a:r>
          <a:r>
            <a:rPr lang="en-US" sz="2400" kern="1200" dirty="0"/>
            <a:t> → Lara  |  </a:t>
          </a:r>
          <a:r>
            <a:rPr lang="en-US" sz="2400" kern="1200" dirty="0" err="1"/>
            <a:t>Padrão</a:t>
          </a:r>
          <a:r>
            <a:rPr lang="en-US" sz="2400" kern="1200" dirty="0"/>
            <a:t> do </a:t>
          </a:r>
          <a:r>
            <a:rPr lang="en-US" sz="2400" kern="1200" dirty="0" err="1"/>
            <a:t>pacote</a:t>
          </a:r>
          <a:r>
            <a:rPr lang="en-US" sz="2400" kern="1200" dirty="0"/>
            <a:t> → Gilson</a:t>
          </a:r>
        </a:p>
      </dsp:txBody>
      <dsp:txXfrm>
        <a:off x="0" y="2423319"/>
        <a:ext cx="4302125" cy="1211659"/>
      </dsp:txXfrm>
    </dsp:sp>
    <dsp:sp modelId="{DE23673F-E7E1-4E86-93BC-2463626E89AF}">
      <dsp:nvSpPr>
        <dsp:cNvPr id="0" name=""/>
        <dsp:cNvSpPr/>
      </dsp:nvSpPr>
      <dsp:spPr>
        <a:xfrm>
          <a:off x="0" y="3634978"/>
          <a:ext cx="4302125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5">
                <a:hueOff val="3018651"/>
                <a:satOff val="-23022"/>
                <a:lumOff val="-10196"/>
                <a:alphaOff val="0"/>
                <a:shade val="88000"/>
                <a:lumMod val="88000"/>
              </a:schemeClr>
              <a:schemeClr val="accent5">
                <a:hueOff val="3018651"/>
                <a:satOff val="-23022"/>
                <a:lumOff val="-10196"/>
                <a:alphaOff val="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3018651"/>
              <a:satOff val="-23022"/>
              <a:lumOff val="-10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305FC6-B8E9-4D56-8DD9-A2C664835B16}">
      <dsp:nvSpPr>
        <dsp:cNvPr id="0" name=""/>
        <dsp:cNvSpPr/>
      </dsp:nvSpPr>
      <dsp:spPr>
        <a:xfrm>
          <a:off x="0" y="3634978"/>
          <a:ext cx="4302125" cy="121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Bloqueio</a:t>
          </a:r>
          <a:r>
            <a:rPr lang="en-US" sz="2400" kern="1200" dirty="0"/>
            <a:t> </a:t>
          </a:r>
          <a:r>
            <a:rPr lang="en-US" sz="2400" kern="1200" dirty="0" err="1"/>
            <a:t>persistente</a:t>
          </a:r>
          <a:r>
            <a:rPr lang="en-US" sz="2400" kern="1200" dirty="0"/>
            <a:t> → Par + Tech Lead + UR (Teams </a:t>
          </a:r>
          <a:r>
            <a:rPr lang="en-US" sz="2400" kern="1200" dirty="0" err="1"/>
            <a:t>como</a:t>
          </a:r>
          <a:r>
            <a:rPr lang="en-US" sz="2400" kern="1200" dirty="0"/>
            <a:t> FAQ)</a:t>
          </a:r>
        </a:p>
      </dsp:txBody>
      <dsp:txXfrm>
        <a:off x="0" y="3634978"/>
        <a:ext cx="4302125" cy="121165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C94BA-174B-46CB-9EDB-A5F362DFB4A9}">
      <dsp:nvSpPr>
        <dsp:cNvPr id="0" name=""/>
        <dsp:cNvSpPr/>
      </dsp:nvSpPr>
      <dsp:spPr>
        <a:xfrm>
          <a:off x="0" y="0"/>
          <a:ext cx="8310928" cy="70351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 err="1"/>
            <a:t>Próximo</a:t>
          </a:r>
          <a:r>
            <a:rPr lang="en-US" sz="2100" b="0" kern="1200" dirty="0"/>
            <a:t> </a:t>
          </a:r>
          <a:r>
            <a:rPr lang="en-US" sz="2100" b="0" kern="1200" dirty="0" err="1"/>
            <a:t>passo</a:t>
          </a:r>
          <a:r>
            <a:rPr lang="en-US" sz="2100" b="0" kern="1200" dirty="0"/>
            <a:t>: </a:t>
          </a:r>
          <a:r>
            <a:rPr lang="en-US" sz="2100" b="0" kern="1200" dirty="0" err="1"/>
            <a:t>rodar</a:t>
          </a:r>
          <a:r>
            <a:rPr lang="en-US" sz="2100" b="0" kern="1200" dirty="0"/>
            <a:t> o </a:t>
          </a:r>
          <a:r>
            <a:rPr lang="en-US" sz="2100" b="0" kern="1200" dirty="0" err="1"/>
            <a:t>piloto</a:t>
          </a:r>
          <a:endParaRPr lang="en-US" sz="2100" b="0" kern="1200" dirty="0"/>
        </a:p>
      </dsp:txBody>
      <dsp:txXfrm>
        <a:off x="20605" y="20605"/>
        <a:ext cx="7469467" cy="662306"/>
      </dsp:txXfrm>
    </dsp:sp>
    <dsp:sp modelId="{3ACC6086-A448-4AFE-910C-981DBB1A107C}">
      <dsp:nvSpPr>
        <dsp:cNvPr id="0" name=""/>
        <dsp:cNvSpPr/>
      </dsp:nvSpPr>
      <dsp:spPr>
        <a:xfrm>
          <a:off x="620621" y="801227"/>
          <a:ext cx="8310928" cy="70351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899997"/>
                <a:satOff val="-463"/>
                <a:lumOff val="-1177"/>
                <a:alphaOff val="0"/>
                <a:shade val="88000"/>
                <a:lumMod val="88000"/>
              </a:schemeClr>
              <a:schemeClr val="accent2">
                <a:hueOff val="899997"/>
                <a:satOff val="-463"/>
                <a:lumOff val="-1177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✓  Trilha publicada na Ulearning com versão registrada</a:t>
          </a:r>
        </a:p>
      </dsp:txBody>
      <dsp:txXfrm>
        <a:off x="641226" y="821832"/>
        <a:ext cx="7191811" cy="662306"/>
      </dsp:txXfrm>
    </dsp:sp>
    <dsp:sp modelId="{6675EF30-7C8F-4C0A-A743-21537E63EF16}">
      <dsp:nvSpPr>
        <dsp:cNvPr id="0" name=""/>
        <dsp:cNvSpPr/>
      </dsp:nvSpPr>
      <dsp:spPr>
        <a:xfrm>
          <a:off x="1241242" y="1602454"/>
          <a:ext cx="8310928" cy="70351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1799994"/>
                <a:satOff val="-925"/>
                <a:lumOff val="-2353"/>
                <a:alphaOff val="0"/>
                <a:shade val="88000"/>
                <a:lumMod val="88000"/>
              </a:schemeClr>
              <a:schemeClr val="accent2">
                <a:hueOff val="1799994"/>
                <a:satOff val="-925"/>
                <a:lumOff val="-2353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✓  Grupo piloto com par de entrada nomeado por pessoa</a:t>
          </a:r>
        </a:p>
      </dsp:txBody>
      <dsp:txXfrm>
        <a:off x="1261847" y="1623059"/>
        <a:ext cx="7191811" cy="662306"/>
      </dsp:txXfrm>
    </dsp:sp>
    <dsp:sp modelId="{777434AC-F1A3-4E5D-999B-7017059EF92F}">
      <dsp:nvSpPr>
        <dsp:cNvPr id="0" name=""/>
        <dsp:cNvSpPr/>
      </dsp:nvSpPr>
      <dsp:spPr>
        <a:xfrm>
          <a:off x="1861863" y="2403681"/>
          <a:ext cx="8310928" cy="70351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2699991"/>
                <a:satOff val="-1388"/>
                <a:lumOff val="-3530"/>
                <a:alphaOff val="0"/>
                <a:shade val="88000"/>
                <a:lumMod val="88000"/>
              </a:schemeClr>
              <a:schemeClr val="accent2">
                <a:hueOff val="2699991"/>
                <a:satOff val="-1388"/>
                <a:lumOff val="-353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✓  Kickoff com a liderança: acessos liberados antes do ONB-01</a:t>
          </a:r>
        </a:p>
      </dsp:txBody>
      <dsp:txXfrm>
        <a:off x="1882468" y="2424286"/>
        <a:ext cx="7191811" cy="662306"/>
      </dsp:txXfrm>
    </dsp:sp>
    <dsp:sp modelId="{A1B2A782-913E-483E-A110-5CCB12999E99}">
      <dsp:nvSpPr>
        <dsp:cNvPr id="0" name=""/>
        <dsp:cNvSpPr/>
      </dsp:nvSpPr>
      <dsp:spPr>
        <a:xfrm>
          <a:off x="2482484" y="3204908"/>
          <a:ext cx="8310928" cy="70351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3599988"/>
                <a:satOff val="-1850"/>
                <a:lumOff val="-4706"/>
                <a:alphaOff val="0"/>
                <a:shade val="88000"/>
                <a:lumMod val="88000"/>
              </a:schemeClr>
              <a:schemeClr val="accent2">
                <a:hueOff val="3599988"/>
                <a:satOff val="-1850"/>
                <a:lumOff val="-4706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✓  Medir o tempo até a primeira entrega segura e capturar o FAQ</a:t>
          </a:r>
        </a:p>
      </dsp:txBody>
      <dsp:txXfrm>
        <a:off x="2503089" y="3225513"/>
        <a:ext cx="7191811" cy="662306"/>
      </dsp:txXfrm>
    </dsp:sp>
    <dsp:sp modelId="{37FD9BA2-86FA-4DD9-B001-D839DBB66527}">
      <dsp:nvSpPr>
        <dsp:cNvPr id="0" name=""/>
        <dsp:cNvSpPr/>
      </dsp:nvSpPr>
      <dsp:spPr>
        <a:xfrm>
          <a:off x="7853642" y="513957"/>
          <a:ext cx="457285" cy="4572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956531" y="513957"/>
        <a:ext cx="251507" cy="344107"/>
      </dsp:txXfrm>
    </dsp:sp>
    <dsp:sp modelId="{38412DD3-73A0-47AB-8FAB-5FD25714EE91}">
      <dsp:nvSpPr>
        <dsp:cNvPr id="0" name=""/>
        <dsp:cNvSpPr/>
      </dsp:nvSpPr>
      <dsp:spPr>
        <a:xfrm>
          <a:off x="8474263" y="1315185"/>
          <a:ext cx="457285" cy="4572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285942"/>
            <a:satOff val="-706"/>
            <a:lumOff val="-35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285942"/>
              <a:satOff val="-706"/>
              <a:lumOff val="-35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577152" y="1315185"/>
        <a:ext cx="251507" cy="344107"/>
      </dsp:txXfrm>
    </dsp:sp>
    <dsp:sp modelId="{6FE22C2B-D14D-4BC9-8813-5B58FC9A049D}">
      <dsp:nvSpPr>
        <dsp:cNvPr id="0" name=""/>
        <dsp:cNvSpPr/>
      </dsp:nvSpPr>
      <dsp:spPr>
        <a:xfrm>
          <a:off x="9094884" y="2104686"/>
          <a:ext cx="457285" cy="4572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71884"/>
            <a:satOff val="-1413"/>
            <a:lumOff val="-70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571884"/>
              <a:satOff val="-1413"/>
              <a:lumOff val="-70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197773" y="2104686"/>
        <a:ext cx="251507" cy="344107"/>
      </dsp:txXfrm>
    </dsp:sp>
    <dsp:sp modelId="{63B24CD8-134F-4D87-B755-F17AF739AF36}">
      <dsp:nvSpPr>
        <dsp:cNvPr id="0" name=""/>
        <dsp:cNvSpPr/>
      </dsp:nvSpPr>
      <dsp:spPr>
        <a:xfrm>
          <a:off x="9715506" y="2913730"/>
          <a:ext cx="457285" cy="4572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857825"/>
            <a:satOff val="-2119"/>
            <a:lumOff val="-105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857825"/>
              <a:satOff val="-2119"/>
              <a:lumOff val="-10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818395" y="2913730"/>
        <a:ext cx="251507" cy="344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32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 em três atos: por que mudamos, como o modelo funciona no dia a dia, e qual o papel de cada pessoa. Este é o deck único de operação do v1.2.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Roteiro da conversa: primeiro a dor, depois o mecanismo, por fim os papéis. Assim a audiência entende o porquê antes do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 a história como transformação. O modelo não é mais um curso — é um caminho mensurável até a pessoa produzir com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três camadas se complementam. O participante não navega pastas — abre COMECE-AQUI e segue o checklist da sua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slide central. Enquanto a UR publica módulos aprovados, o participante percorre o backlog em paralelo. Os dois circuitos se encontram na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camada tem saída mínima. As camadas 2 e 4 concentram a prática; a 5 fecha com prontidão objetiva, não com sensação de 'terminei'.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Condense o fluxo do participante em quatro movimentos narrativos. Máximo de 2 itens ativos por pessoa; facilita lembrar e evita a lista solta.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Quatro papéis nominais governam o modelo como produto. Ninguém autoaprova; cada entrega tem dono de produção e dono de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História em três personagens: a pessoa aprende, o par acolhe, o Tech Lead conecta a trilha genérica ao projeto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circuito de conteúdo em uma visão. Mudança de escopo volta ao backlog antes de gravar — o produtor executa, não redefine 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 cadência, o conteúdo fica parado em revisão e os participantes ficam sem cobrança de evidência. Estes quatro rituais são o mínimo viável.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consulta rápida. Evite decisão informal sem registro — cada tipo de dúvida tem dono claro.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Feche com pedido concreto: aprovar o piloto, nomes dos participantes e data de início. O modelo só prova valor com execução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1660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0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0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0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5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8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6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7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27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7346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35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08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5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84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4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jp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jp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.jp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.jp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3.jpg"/><Relationship Id="rId9" Type="http://schemas.microsoft.com/office/2007/relationships/diagramDrawing" Target="../diagrams/drawing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3.jpg"/><Relationship Id="rId9" Type="http://schemas.microsoft.com/office/2007/relationships/diagramDrawing" Target="../diagrams/drawin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3.jpg"/><Relationship Id="rId9" Type="http://schemas.microsoft.com/office/2007/relationships/diagramDrawing" Target="../diagrams/drawing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3.jpg"/><Relationship Id="rId9" Type="http://schemas.microsoft.com/office/2007/relationships/diagramDrawing" Target="../diagrams/drawing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3.jpg"/><Relationship Id="rId9" Type="http://schemas.microsoft.com/office/2007/relationships/diagramDrawing" Target="../diagrams/drawing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image" Target="../media/image3.jpg"/><Relationship Id="rId9" Type="http://schemas.microsoft.com/office/2007/relationships/diagramDrawing" Target="../diagrams/drawing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3.jpg"/><Relationship Id="rId9" Type="http://schemas.microsoft.com/office/2007/relationships/diagramDrawing" Target="../diagrams/drawing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3.jpg"/><Relationship Id="rId9" Type="http://schemas.microsoft.com/office/2007/relationships/diagramDrawing" Target="../diagrams/drawin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3B4841E-E6B6-48C3-BA02-F73659C6D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8"/>
          </a:xfrm>
          <a:custGeom>
            <a:avLst/>
            <a:gdLst>
              <a:gd name="connsiteX0" fmla="*/ 0 w 8130198"/>
              <a:gd name="connsiteY0" fmla="*/ 0 h 6857999"/>
              <a:gd name="connsiteX1" fmla="*/ 7241014 w 8130198"/>
              <a:gd name="connsiteY1" fmla="*/ 0 h 6857999"/>
              <a:gd name="connsiteX2" fmla="*/ 8130198 w 8130198"/>
              <a:gd name="connsiteY2" fmla="*/ 0 h 6857999"/>
              <a:gd name="connsiteX3" fmla="*/ 8130198 w 8130198"/>
              <a:gd name="connsiteY3" fmla="*/ 6857999 h 6857999"/>
              <a:gd name="connsiteX4" fmla="*/ 0 w 8130198"/>
              <a:gd name="connsiteY4" fmla="*/ 6857999 h 6857999"/>
              <a:gd name="connsiteX5" fmla="*/ 0 w 8130198"/>
              <a:gd name="connsiteY5" fmla="*/ 63753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0198" h="6857999">
                <a:moveTo>
                  <a:pt x="0" y="0"/>
                </a:moveTo>
                <a:lnTo>
                  <a:pt x="7241014" y="0"/>
                </a:lnTo>
                <a:lnTo>
                  <a:pt x="8130198" y="0"/>
                </a:lnTo>
                <a:lnTo>
                  <a:pt x="8130198" y="6857999"/>
                </a:lnTo>
                <a:lnTo>
                  <a:pt x="0" y="6857999"/>
                </a:lnTo>
                <a:lnTo>
                  <a:pt x="0" y="6375361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6028" y="864728"/>
            <a:ext cx="5670360" cy="5128544"/>
          </a:xfrm>
        </p:spPr>
        <p:txBody>
          <a:bodyPr anchor="ctr">
            <a:normAutofit/>
          </a:bodyPr>
          <a:lstStyle/>
          <a:p>
            <a:pPr algn="l">
              <a:defRPr sz="4000">
                <a:solidFill>
                  <a:srgbClr val="0F2D4A"/>
                </a:solidFill>
              </a:defRPr>
            </a:pPr>
            <a:r>
              <a:rPr lang="pt-BR" sz="6600"/>
              <a:t>Do modelo à operação</a:t>
            </a:r>
          </a:p>
          <a:p>
            <a:pPr algn="l"/>
            <a:r>
              <a:rPr lang="pt-BR" sz="6600"/>
              <a:t>Onboarding CDF v1.2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3062" y="864729"/>
            <a:ext cx="3349500" cy="5128543"/>
          </a:xfrm>
        </p:spPr>
        <p:txBody>
          <a:bodyPr anchor="ctr">
            <a:normAutofit/>
          </a:bodyPr>
          <a:lstStyle/>
          <a:p>
            <a:pPr>
              <a:defRPr sz="2200">
                <a:solidFill>
                  <a:srgbClr val="1A6B7A"/>
                </a:solidFill>
              </a:defRPr>
            </a:pPr>
            <a:r>
              <a:rPr lang="pt-BR">
                <a:solidFill>
                  <a:schemeClr val="tx1">
                    <a:lumMod val="85000"/>
                    <a:lumOff val="15000"/>
                  </a:schemeClr>
                </a:solidFill>
              </a:rPr>
              <a:t>Horizontal + UR</a:t>
            </a:r>
          </a:p>
          <a:p>
            <a:pPr>
              <a:defRPr sz="1800">
                <a:solidFill>
                  <a:srgbClr val="5A6A7A"/>
                </a:solidFill>
              </a:defRPr>
            </a:pPr>
            <a:r>
              <a:rPr lang="pt-BR">
                <a:solidFill>
                  <a:schemeClr val="tx1">
                    <a:lumMod val="85000"/>
                    <a:lumOff val="15000"/>
                  </a:schemeClr>
                </a:solidFill>
              </a:rPr>
              <a:t>Como implantar, quem faz o quê e em que ordem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BFCA9E-15A5-437B-9F71-6FA5091EF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6015"/>
            <a:ext cx="0" cy="3145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5F7785-4545-4A24-9709-5B34B5748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64704"/>
            <a:ext cx="12192001" cy="493296"/>
          </a:xfrm>
          <a:custGeom>
            <a:avLst/>
            <a:gdLst>
              <a:gd name="connsiteX0" fmla="*/ 3 w 11647715"/>
              <a:gd name="connsiteY0" fmla="*/ 0 h 2634343"/>
              <a:gd name="connsiteX1" fmla="*/ 11647715 w 11647715"/>
              <a:gd name="connsiteY1" fmla="*/ 0 h 2634343"/>
              <a:gd name="connsiteX2" fmla="*/ 11647715 w 11647715"/>
              <a:gd name="connsiteY2" fmla="*/ 2634343 h 2634343"/>
              <a:gd name="connsiteX3" fmla="*/ 3 w 11647715"/>
              <a:gd name="connsiteY3" fmla="*/ 2634343 h 2634343"/>
              <a:gd name="connsiteX4" fmla="*/ 3 w 11647715"/>
              <a:gd name="connsiteY4" fmla="*/ 1533667 h 2634343"/>
              <a:gd name="connsiteX5" fmla="*/ 0 w 11647715"/>
              <a:gd name="connsiteY5" fmla="*/ 1533667 h 2634343"/>
              <a:gd name="connsiteX6" fmla="*/ 0 w 11647715"/>
              <a:gd name="connsiteY6" fmla="*/ 980400 h 2634343"/>
              <a:gd name="connsiteX7" fmla="*/ 3 w 11647715"/>
              <a:gd name="connsiteY7" fmla="*/ 980400 h 263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47715" h="2634343">
                <a:moveTo>
                  <a:pt x="3" y="0"/>
                </a:moveTo>
                <a:lnTo>
                  <a:pt x="11647715" y="0"/>
                </a:lnTo>
                <a:lnTo>
                  <a:pt x="11647715" y="2634343"/>
                </a:lnTo>
                <a:lnTo>
                  <a:pt x="3" y="2634343"/>
                </a:lnTo>
                <a:lnTo>
                  <a:pt x="3" y="1533667"/>
                </a:lnTo>
                <a:lnTo>
                  <a:pt x="0" y="1533667"/>
                </a:lnTo>
                <a:lnTo>
                  <a:pt x="0" y="980400"/>
                </a:lnTo>
                <a:lnTo>
                  <a:pt x="3" y="98040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82474A9-359F-B62F-E1C3-A3C439B5AB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015456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85800"/>
            <a:ext cx="10792837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46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 ponta solta à primeira entrega segura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4D016AC-AC42-B902-70E5-B06734A461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872967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85800"/>
            <a:ext cx="10792837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 pacote em três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2EFAC235-3B16-2194-A2EC-AA1B5192F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505885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85800"/>
            <a:ext cx="10792837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Dois circuitos que rodam juntos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23AD171-BC5C-42D0-2FD6-0AE3EF5C93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23987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85800"/>
            <a:ext cx="10792837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Seis camadas da jornada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96C8DC89-CC95-DB0A-3A2C-F1B57A227B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369543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5800" y="685800"/>
            <a:ext cx="10792837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Backlog em quatro 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7132048C-227A-6602-181C-BF86A06B9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2504190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C9D2FF5-C78D-4D0F-A2C2-55D9A33B0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1DABCD50-2A43-4A08-8C91-7149DE056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8" name="Freeform 9">
            <a:extLst>
              <a:ext uri="{FF2B5EF4-FFF2-40B4-BE49-F238E27FC236}">
                <a16:creationId xmlns:a16="http://schemas.microsoft.com/office/drawing/2014/main" id="{0B66C21B-84DF-40D9-824D-29F01DB17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4607EC9A-1A49-428D-BC58-912B66DE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094412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extBox 1"/>
          <p:cNvSpPr txBox="1"/>
          <p:nvPr/>
        </p:nvSpPr>
        <p:spPr>
          <a:xfrm>
            <a:off x="685801" y="685800"/>
            <a:ext cx="4858965" cy="484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Governança do produto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25860A9-3DA9-5E71-9176-235255749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51108"/>
              </p:ext>
            </p:extLst>
          </p:nvPr>
        </p:nvGraphicFramePr>
        <p:xfrm>
          <a:off x="6751638" y="685800"/>
          <a:ext cx="4302125" cy="484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C9D2FF5-C78D-4D0F-A2C2-55D9A33B0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DABCD50-2A43-4A08-8C91-7149DE056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0B66C21B-84DF-40D9-824D-29F01DB17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07EC9A-1A49-428D-BC58-912B66DE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094412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extBox 1"/>
          <p:cNvSpPr txBox="1"/>
          <p:nvPr/>
        </p:nvSpPr>
        <p:spPr>
          <a:xfrm>
            <a:off x="685801" y="685800"/>
            <a:ext cx="4858965" cy="484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 projeto: quem acompanha a pessoa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3F2046CF-11F1-7628-F414-5A9F76752C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995220"/>
              </p:ext>
            </p:extLst>
          </p:nvPr>
        </p:nvGraphicFramePr>
        <p:xfrm>
          <a:off x="6751638" y="685800"/>
          <a:ext cx="4302125" cy="484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C9D2FF5-C78D-4D0F-A2C2-55D9A33B0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DABCD50-2A43-4A08-8C91-7149DE056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0B66C21B-84DF-40D9-824D-29F01DB17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07EC9A-1A49-428D-BC58-912B66DE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094412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extBox 1"/>
          <p:cNvSpPr txBox="1"/>
          <p:nvPr/>
        </p:nvSpPr>
        <p:spPr>
          <a:xfrm>
            <a:off x="685801" y="685800"/>
            <a:ext cx="4858965" cy="484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Bastidores: produção de conteúdo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16BEC7A-104C-7A19-71C9-C2551FA43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120890"/>
              </p:ext>
            </p:extLst>
          </p:nvPr>
        </p:nvGraphicFramePr>
        <p:xfrm>
          <a:off x="6751638" y="685800"/>
          <a:ext cx="4302125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24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27" name="Picture 16">
            <a:extLst>
              <a:ext uri="{FF2B5EF4-FFF2-40B4-BE49-F238E27FC236}">
                <a16:creationId xmlns:a16="http://schemas.microsoft.com/office/drawing/2014/main" id="{90A9C49B-76D8-4E9B-B430-D1ADF40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88A5712-2FE0-4DD4-BDC6-099EA37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448E5503-E0F8-4B94-81A3-B1FA5762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54F896-85E7-4403-9E37-1B004731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96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extBox 1"/>
          <p:cNvSpPr txBox="1"/>
          <p:nvPr/>
        </p:nvSpPr>
        <p:spPr>
          <a:xfrm>
            <a:off x="685802" y="685800"/>
            <a:ext cx="3381946" cy="484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48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Rituais que evitam travamento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8" name="TextBox 3">
            <a:extLst>
              <a:ext uri="{FF2B5EF4-FFF2-40B4-BE49-F238E27FC236}">
                <a16:creationId xmlns:a16="http://schemas.microsoft.com/office/drawing/2014/main" id="{10664B20-9D1F-F7CD-6CCA-6098C33FF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9324589"/>
              </p:ext>
            </p:extLst>
          </p:nvPr>
        </p:nvGraphicFramePr>
        <p:xfrm>
          <a:off x="4681730" y="477204"/>
          <a:ext cx="7024783" cy="505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C9D2FF5-C78D-4D0F-A2C2-55D9A33B0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DABCD50-2A43-4A08-8C91-7149DE056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0B66C21B-84DF-40D9-824D-29F01DB17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07EC9A-1A49-428D-BC58-912B66DE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094412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extBox 1"/>
          <p:cNvSpPr txBox="1"/>
          <p:nvPr/>
        </p:nvSpPr>
        <p:spPr>
          <a:xfrm>
            <a:off x="685801" y="685800"/>
            <a:ext cx="4858965" cy="484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F2D4A"/>
                </a:solidFill>
              </a:defRPr>
            </a:pPr>
            <a:r>
              <a:rPr lang="en-US" sz="54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Quem </a:t>
            </a:r>
            <a:r>
              <a:rPr lang="en-US" sz="5400" cap="all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acionar</a:t>
            </a:r>
            <a:endParaRPr lang="en-US" sz="5400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1298448"/>
            <a:ext cx="1463040" cy="54864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46E479AE-640F-4FA5-2CDE-5A2ABC9BE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3575810"/>
              </p:ext>
            </p:extLst>
          </p:nvPr>
        </p:nvGraphicFramePr>
        <p:xfrm>
          <a:off x="6751638" y="685800"/>
          <a:ext cx="4302125" cy="484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691BDF7-74ED-406A-8A22-22721EE5F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3544B1A-9E28-4189-AE12-8CDBA2C0F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2B6A25A0-6CD9-45B3-A42D-509D3E2F2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8AFC8E5-EE69-4EDA-9BAA-D9650668B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1EE848-149F-4FB9-B7EF-229308554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FA6FBFAC-8946-DB0A-AE9A-9D11264A28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567335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17</TotalTime>
  <Words>965</Words>
  <Application>Microsoft Office PowerPoint</Application>
  <PresentationFormat>Widescreen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Impact</vt:lpstr>
      <vt:lpstr>Evento Principal</vt:lpstr>
      <vt:lpstr>Do modelo à operação Onboarding CDF v1.2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Gilson Cesar da Costa</cp:lastModifiedBy>
  <cp:revision>3</cp:revision>
  <dcterms:created xsi:type="dcterms:W3CDTF">2013-01-27T09:14:16Z</dcterms:created>
  <dcterms:modified xsi:type="dcterms:W3CDTF">2026-06-25T12:22:41Z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004fabd-8c59-4123-b113-9f53485cc1fa_Enabled">
    <vt:lpwstr>true</vt:lpwstr>
  </property>
  <property fmtid="{D5CDD505-2E9C-101B-9397-08002B2CF9AE}" pid="3" name="MSIP_Label_2004fabd-8c59-4123-b113-9f53485cc1fa_SetDate">
    <vt:lpwstr>2026-06-25T12:06:07Z</vt:lpwstr>
  </property>
  <property fmtid="{D5CDD505-2E9C-101B-9397-08002B2CF9AE}" pid="4" name="MSIP_Label_2004fabd-8c59-4123-b113-9f53485cc1fa_Method">
    <vt:lpwstr>Privileged</vt:lpwstr>
  </property>
  <property fmtid="{D5CDD505-2E9C-101B-9397-08002B2CF9AE}" pid="5" name="MSIP_Label_2004fabd-8c59-4123-b113-9f53485cc1fa_Name">
    <vt:lpwstr>Publico</vt:lpwstr>
  </property>
  <property fmtid="{D5CDD505-2E9C-101B-9397-08002B2CF9AE}" pid="6" name="MSIP_Label_2004fabd-8c59-4123-b113-9f53485cc1fa_SiteId">
    <vt:lpwstr>9339fb1c-0944-4fb9-808d-a278e53590e5</vt:lpwstr>
  </property>
  <property fmtid="{D5CDD505-2E9C-101B-9397-08002B2CF9AE}" pid="7" name="MSIP_Label_2004fabd-8c59-4123-b113-9f53485cc1fa_ActionId">
    <vt:lpwstr>f5101b5f-d054-45b1-a8db-00e2ff871277</vt:lpwstr>
  </property>
  <property fmtid="{D5CDD505-2E9C-101B-9397-08002B2CF9AE}" pid="8" name="MSIP_Label_2004fabd-8c59-4123-b113-9f53485cc1fa_ContentBits">
    <vt:lpwstr>0</vt:lpwstr>
  </property>
  <property fmtid="{D5CDD505-2E9C-101B-9397-08002B2CF9AE}" pid="9" name="MSIP_Label_2004fabd-8c59-4123-b113-9f53485cc1fa_Tag">
    <vt:lpwstr>10, 0, 1, 1</vt:lpwstr>
  </property>
</Properties>
</file>