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em tres atos: por que mudamos, como o modelo funciona no dia a dia, e qual o papel de cada pessoa. Este e o deck unico de operacao do v1.2.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da conversa: primeiro a dor, depois o mecanismo, por fim os papéis. Assim a audiencia entende o porquê antes do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 a historia como transformacao. O modelo nao e mais um curso — e um caminho mensuravel ate a pessoa produzir com seguranca.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tres camadas se complementam. O participante nao navega pastas — abre COMECE-AQUI e segue o checklist da sua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 o slide central. Enquanto UR publica modulos aprovados, o participante percorre o backlog em paralelo. Os dois circuitos se encontram na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Transicao: agora seguimos o participante de ponta a ponta.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camada tem saida minima. As camadas 2 e 4 concentram a pratica; a 5 fecha com prontidao objetiva, nao com sensacao de 'terminei'.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Condense o fluxo do participante em quatro movimentos narrativos. Facilita lembrar e evita a lista de dez itens soltos.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Transicao: quem sustenta cada circuito.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papeis nominais governam o modelo como produto. Nenhum autoaprova; cada entrega tem dono de producao e dono de validacao.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Historia em tres personagens: a pessoa aprende, o par acolhe, o Tech Lead conecta a trilha generica ao projeto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circuito de conteudo em uma visao. Mudanca de escopo volta ao backlog antes de gravar — o produtor executa, nao redefine o modulo.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Transicao: como o modelo se sustenta no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cadencia, conteudo fica em revisao e participantes ficam sem cobranca de evidencia. Estes quatro rituais sao o minimo viavel.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consulta rapida. Evite decisao informal sem registro — cada tipo de duvida tem dono claro.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com pedido concreto: aprovar piloto, nomes dos participantes e data de inicio. O modelo so prova valor com execucao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>
                <a:solidFill>
                  <a:srgbClr val="0F2D4A"/>
                </a:solidFill>
              </a:defRPr>
            </a:pPr>
            <a:r>
              <a:t>Do modelo a operacao</a:t>
            </a:r>
          </a:p>
          <a:p>
            <a:r>
              <a:t>Onboarding CDF v1.2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>
                <a:solidFill>
                  <a:srgbClr val="1A6B7A"/>
                </a:solidFill>
              </a:defRPr>
            </a:pPr>
            <a:r>
              <a:t>Horizontal + UR</a:t>
            </a:r>
          </a:p>
          <a:p>
            <a:pPr>
              <a:defRPr sz="1800">
                <a:solidFill>
                  <a:srgbClr val="5A6A7A"/>
                </a:solidFill>
              </a:defRPr>
            </a:pPr>
            <a:r>
              <a:t>Como implantar, quem faz o que e em que ordem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Por que mudamos</a:t>
            </a:r>
          </a:p>
          <a:p>
            <a:pPr algn="ctr">
              <a:spcBef>
                <a:spcPts val="1600"/>
              </a:spcBef>
              <a:defRPr sz="2000">
                <a:solidFill>
                  <a:srgbClr val="B8D4DE"/>
                </a:solidFill>
              </a:defRPr>
            </a:pPr>
            <a:r>
              <a:t>Como o modelo funciona  |  Quem faz o que — e em que ordem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De ponta solta a primeira entrega segura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Antes: biblioteca de links que ninguem termina</a:t>
            </a:r>
          </a:p>
          <a:p>
            <a:pPr lvl="1">
              <a:spcAft>
                <a:spcPts val="600"/>
              </a:spcAft>
              <a:defRPr sz="1700">
                <a:solidFill>
                  <a:srgbClr val="5A6A7A"/>
                </a:solidFill>
              </a:defRPr>
            </a:pPr>
            <a:r>
              <a:t>u treinamento generico, longe do projeto real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Depois: jornada guiada com evidencia em cada etapa</a:t>
            </a:r>
          </a:p>
          <a:p>
            <a:pPr lvl="1">
              <a:spcAft>
                <a:spcPts val="600"/>
              </a:spcAft>
              <a:defRPr sz="1700">
                <a:solidFill>
                  <a:srgbClr val="5A6A7A"/>
                </a:solidFill>
              </a:defRPr>
            </a:pPr>
            <a:r>
              <a:t> pessoa aprende CDF, entende o projeto e entrega antes da demanda produtiva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Metrica norte: tempo ate a primeira entrega segura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O pacote em tres camadas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Pitch — explicar a trilha e o projeto em minutos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Checklist — o que fazer, com evidencia (mestre + por video)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Documentacao — aprofundar (governanca, guias, notebooks)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Regra de ouro: assistir nao conta; so termina com evidencia no backlog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Dois circuitos que rodam juntos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 b="1">
                <a:solidFill>
                  <a:srgbClr val="1A6B7A"/>
                </a:solidFill>
              </a:defRPr>
            </a:pPr>
            <a:r>
              <a:t>Circuito do CONTEUDO (fabrica da trilha)</a:t>
            </a:r>
          </a:p>
          <a:p>
            <a:pPr lvl="1">
              <a:spcAft>
                <a:spcPts val="600"/>
              </a:spcAft>
              <a:defRPr sz="1700">
                <a:solidFill>
                  <a:srgbClr val="5A6A7A"/>
                </a:solidFill>
              </a:defRPr>
            </a:pPr>
            <a:r>
              <a:t>lanejar -&gt; Delegar -&gt; Produzir -&gt; Revisar -&gt; Publicar</a:t>
            </a:r>
          </a:p>
          <a:p>
            <a:pPr>
              <a:spcAft>
                <a:spcPts val="600"/>
              </a:spcAft>
              <a:defRPr sz="1900" b="1">
                <a:solidFill>
                  <a:srgbClr val="1A6B7A"/>
                </a:solidFill>
              </a:defRPr>
            </a:pPr>
            <a:r>
              <a:t>Circuito da PESSOA (jornada de onboarding)</a:t>
            </a:r>
          </a:p>
          <a:p>
            <a:pPr lvl="1">
              <a:spcAft>
                <a:spcPts val="600"/>
              </a:spcAft>
              <a:defRPr sz="1700">
                <a:solidFill>
                  <a:srgbClr val="5A6A7A"/>
                </a:solidFill>
              </a:defRPr>
            </a:pPr>
            <a:r>
              <a:t>cessos -&gt; Base CDF -&gt; Imersao no projeto -&gt; Pratica -&gt; EVAL-01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Publicar sem revisao ou liberar sem evidencia quebra o modelo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 jornada da pessoa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Seis camadas da jornada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0 Pre-onboarding — acessos e ferramentas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1 Onboarding geral — empresa e cliente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2 Base tecnica CDF — videos V00-V12 + notebooks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3 Imersao no projeto — dominio, arquitetura, dados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4 Pratica guiada — demanda segura com aceite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5 Fechamento — demo EVAL-01, rubrica e handoff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Backlog em quatro 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1 ENTRAR — ONB-01 acessos (par) + ONB-02 mapa (Tech Lead)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2 APRENDER — CDF-01..04 explorar, modelar, ingerir, consultar | V03-V12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3 CONECTAR — DOC-01 radar + DOC-02 melhoria + PRJ-01 tarefa segura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4 PROVAR — EVAL-01 demo 10 min (Tech Lead + Andre + Dayana)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Maximo 2 itens ativos por pessoa no backlog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Quem opera o modelo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Governanca do produto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Gilson — estrutura modulos, padroes e triagem semanal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Andre — aprova conteudo CDF e criterios de seguranca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Dayana — publica na Ulearning e acompanha evidencias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Lara — prioriza, garante capacidade e desbloqueia UR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Fluxo: Gilson planeja -&gt; Andre valida -&gt; Dayana publica -&gt; Lara decide capacidade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No projeto: quem acompanha a pessoa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Participante — consome trilha e registra evidencias no backlog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Par de entrada — acolhe, valida ONB-01, orienta o caminho (nao decide arquitetura)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Tech Lead — valida projeto, define PRJ-01 e conduz EVAL-01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Encaminhamento: CDF -&gt; Andre | projeto -&gt; Tech Lead | bloqueio -&gt; 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Bastidores: producao de conteudo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Produtor recebe roteiro Vxx + DoR completo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Grava 8-12 min (dado sintetico) -&gt; Em revisao tecnica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Andre ou Tech Lead aprovam -&gt; Dayana publica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Estados: A fazer -&gt; Producao -&gt; Revisao -&gt; Aprovado -&gt; Publicado -&gt; Melhoria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Ritmo e qualidade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Rituais que evitam travamento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Triagem semanal 30 min — Gilson + Dayana + Lara (prioridades e donos)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Revisao tecnica por entrega — Andre + produtor (+ Tech Lead se projeto)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Operacao da trilha 20 min — Dayana + Lara (progresso e evidencias)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Retro do piloto — UR + Tech Leads + participantes (melhorias priorizadas)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0F2D4A"/>
                </a:solidFill>
              </a:defRPr>
            </a:pPr>
            <a:r>
              <a:t>Quem acionar — cola de escalonamento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Conceito CDF -&gt; Andre | Arquitetura -&gt; Tech Lead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Acesso ONB-01 -&gt; Par de entrada | Publicacao -&gt; Dayana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Prioridade/capacidade -&gt; Lara | Padrao do pacote -&gt; Gilson</a:t>
            </a:r>
          </a:p>
          <a:p>
            <a:pPr>
              <a:spcAft>
                <a:spcPts val="600"/>
              </a:spcAft>
              <a:defRPr sz="1900">
                <a:solidFill>
                  <a:srgbClr val="0F2D4A"/>
                </a:solidFill>
              </a:defRPr>
            </a:pPr>
            <a:r>
              <a:t>Bloqueio persistente -&gt; Par + Tech Lead + UR (Teams como FAQ)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6B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Proximo passo: rodar o piloto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 Trilha publicada na Ulearning com versao registrada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 Grupo piloto com par de entrada nomeado por pessoa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 Kickoff com lideranca: acessos liberados antes de ONB-01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•  Medir tempo ate primeira entrega segura e capturar FAQ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