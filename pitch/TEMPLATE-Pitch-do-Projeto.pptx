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(30s): diga o nome do projeto e em uma frase o que ele resolve. Este deck e um template: preencha cada [campo] com a realidade do seu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o porque do projeto antes da tecnologia. Qual decisao fica melhor ou mais rapida por causa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o canvas da esquerda para a direita: origem -&gt; integracao -&gt; CDF -&gt; consumo. Marque as fronteiras de responsabilidade.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cada integracao relevante, mostre fonte, dono, contrato e destino. Aponte o runbook quando houver.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Justifique as escolhas de modelagem. Use o que praticou em V04-V09: relacao direta vs edge, chave estavel.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como uma duvida vira decisao documentada e em qual ritual. Diferencie canal de decisao de canal de aviso (base do V13).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o projeto se sustenta em producao. Use a logica do V15: evidencia, primeira verificacao segura, acionar o responsavel certo.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 a prova de que voce executou. Mostre a integracao ponta a ponta e a evidencia registrada no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Declare riscos e limites. Reforce: nenhum segredo em codigo, video ou print; nada de dado real sem autorizacao.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Ensaiar a demo de 10 min que fecha o onboarding. Cubra os criterios da rubrica; evite qualquer bloqueio critico.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com o que ainda esta aberto e quem precisa decidir. Onboarding bom termina com proximos passos claros, nao com 'feito'.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F2D4A"/>
                </a:solidFill>
              </a:defRPr>
            </a:pPr>
            <a:r>
              <a:t>Pitch do Projeto: [NOME DO PROJETO]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1A6B7A"/>
                </a:solidFill>
              </a:defRPr>
            </a:pPr>
            <a:r>
              <a:t>[Seu nome] | [Papel] | [Data]</a:t>
            </a:r>
          </a:p>
          <a:p>
            <a:pPr>
              <a:defRPr sz="1800">
                <a:solidFill>
                  <a:srgbClr val="5A6A7A"/>
                </a:solidFill>
              </a:defRPr>
            </a:pPr>
            <a:r>
              <a:t>Template — substitua os campos [entre colchetes]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Decisao ou operacao que ele atende: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Quem usa o resultado: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Valor para o negocio: [...]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Arquitetura (canvas)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Fontes: [sistemas/arquivos de origem]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Integracoes: [como o dado chega]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CDF: [spaces, modelos, views principais]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Consumidores: [apps, dashboards, usuarios]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Limites de responsabilidade: [quem cuida de cada parte]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Dados e integracoes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Fonte e dono: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Contrato/esquema: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Frequencia e volume: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Destino no CDF: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Monitoramento/falhas: [...]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Modelo CDF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Spaces e separacao de ambiente: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Views/containers principais: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Relacoes (direct/edge) e por que: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externalId e idempotencia: [...]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Rituais e decisoes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Triagem / refinamento: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Revisao tecnica: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Demo e retro: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Onde cada tipo de decisao e tomado: [...]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Operacao e suporte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Runbook do fluxo principal: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Rota de escalonamento: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O que NAO se resolve por mensagem informal: [...]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Minha entrega / evidencia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Atividade executada (rota V13):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ID temporario criado: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Consulta final por data model: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Confirmacao de limpeza: [...]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Riscos e seguranca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Dados sensiveis e tratamento: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Segredos: variaveis de ambiente / vault: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Limites de ambiente (sem escrita em prod): [...]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Demo de 10 minutos (EVAL-01)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O que mostrar: modelo, execucao, consulta, doc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Roteiro: [3-4 passos objetivos]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Rubrica: tecnica 35, modelagem 20, seguranca 15,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reprodutibilidade 15, documentacao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F2D4A"/>
                </a:solidFill>
              </a:defRPr>
            </a:pPr>
            <a:r>
              <a:t>Proximos passos e duvidas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Duvidas em aberto: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Decisoes que dependem de outros: [...]</a:t>
            </a:r>
          </a:p>
          <a:p>
            <a:pPr>
              <a:spcAft>
                <a:spcPts val="600"/>
              </a:spcAft>
              <a:defRPr sz="1900">
                <a:solidFill>
                  <a:srgbClr val="0F2D4A"/>
                </a:solidFill>
              </a:defRPr>
            </a:pPr>
            <a:r>
              <a:t>A quem perguntar: [Tech Lead / Data Lead / dono]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